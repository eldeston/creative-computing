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Lst>
  <p:notesMasterIdLst>
    <p:notesMasterId r:id="rId38"/>
  </p:notesMasterIdLst>
  <p:sldIdLst>
    <p:sldId id="289" r:id="rId4"/>
    <p:sldId id="262" r:id="rId5"/>
    <p:sldId id="259" r:id="rId6"/>
    <p:sldId id="264" r:id="rId7"/>
    <p:sldId id="258" r:id="rId8"/>
    <p:sldId id="260" r:id="rId9"/>
    <p:sldId id="256" r:id="rId10"/>
    <p:sldId id="257" r:id="rId11"/>
    <p:sldId id="291" r:id="rId12"/>
    <p:sldId id="269" r:id="rId13"/>
    <p:sldId id="261" r:id="rId14"/>
    <p:sldId id="270" r:id="rId15"/>
    <p:sldId id="271" r:id="rId16"/>
    <p:sldId id="272" r:id="rId17"/>
    <p:sldId id="273" r:id="rId18"/>
    <p:sldId id="274" r:id="rId19"/>
    <p:sldId id="275" r:id="rId20"/>
    <p:sldId id="278" r:id="rId21"/>
    <p:sldId id="263" r:id="rId22"/>
    <p:sldId id="281" r:id="rId23"/>
    <p:sldId id="279" r:id="rId24"/>
    <p:sldId id="276" r:id="rId25"/>
    <p:sldId id="268" r:id="rId26"/>
    <p:sldId id="282" r:id="rId27"/>
    <p:sldId id="277" r:id="rId28"/>
    <p:sldId id="265" r:id="rId29"/>
    <p:sldId id="293" r:id="rId30"/>
    <p:sldId id="284" r:id="rId31"/>
    <p:sldId id="285" r:id="rId32"/>
    <p:sldId id="296" r:id="rId33"/>
    <p:sldId id="286" r:id="rId34"/>
    <p:sldId id="287" r:id="rId35"/>
    <p:sldId id="294" r:id="rId36"/>
    <p:sldId id="29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9" autoAdjust="0"/>
    <p:restoredTop sz="94660"/>
  </p:normalViewPr>
  <p:slideViewPr>
    <p:cSldViewPr snapToGrid="0">
      <p:cViewPr varScale="1">
        <p:scale>
          <a:sx n="109" d="100"/>
          <a:sy n="109" d="100"/>
        </p:scale>
        <p:origin x="468" y="-2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CAD7F-D0B8-4B04-AB64-EDB6B72EBA42}"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A346FD-6469-46F9-BD92-E12B9CA353B1}" type="slidenum">
              <a:rPr lang="en-US" smtClean="0"/>
              <a:t>‹#›</a:t>
            </a:fld>
            <a:endParaRPr lang="en-US"/>
          </a:p>
        </p:txBody>
      </p:sp>
    </p:spTree>
    <p:extLst>
      <p:ext uri="{BB962C8B-B14F-4D97-AF65-F5344CB8AC3E}">
        <p14:creationId xmlns:p14="http://schemas.microsoft.com/office/powerpoint/2010/main" val="3281162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6"/>
        <p:cNvGrpSpPr/>
        <p:nvPr/>
      </p:nvGrpSpPr>
      <p:grpSpPr>
        <a:xfrm>
          <a:off x="0" y="0"/>
          <a:ext cx="0" cy="0"/>
          <a:chOff x="0" y="0"/>
          <a:chExt cx="0" cy="0"/>
        </a:xfrm>
      </p:grpSpPr>
      <p:sp>
        <p:nvSpPr>
          <p:cNvPr id="1667" name="Google Shape;1667;g13f9a3a57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8" name="Google Shape;1668;g13f9a3a57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797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You defined a class named version1.</a:t>
            </a:r>
          </a:p>
          <a:p>
            <a:endParaRPr lang="en-US" altLang="en-US"/>
          </a:p>
          <a:p>
            <a:r>
              <a:rPr lang="en-US" altLang="en-US"/>
              <a:t>Inside it, you created a method build(self, a, b) that prints:</a:t>
            </a:r>
          </a:p>
          <a:p>
            <a:endParaRPr lang="en-US" altLang="en-US"/>
          </a:p>
          <a:p>
            <a:r>
              <a:rPr lang="en-US" altLang="en-US"/>
              <a:t>The first number a</a:t>
            </a:r>
          </a:p>
          <a:p>
            <a:endParaRPr lang="en-US" altLang="en-US"/>
          </a:p>
          <a:p>
            <a:r>
              <a:rPr lang="en-US" altLang="en-US"/>
              <a:t>The second number b</a:t>
            </a:r>
          </a:p>
          <a:p>
            <a:endParaRPr lang="en-US" altLang="en-US"/>
          </a:p>
          <a:p>
            <a:r>
              <a:rPr lang="en-US" altLang="en-US"/>
              <a:t>Their sum a + b</a:t>
            </a:r>
          </a:p>
          <a:p>
            <a:endParaRPr lang="en-US" altLang="en-US"/>
          </a:p>
          <a:p>
            <a:r>
              <a:rPr lang="en-US" altLang="en-US"/>
              <a:t>Note: The first parameter self is a reference to the current instance of the class — it’s automatically passed when you call the method on an object.</a:t>
            </a:r>
          </a:p>
          <a:p>
            <a:r>
              <a:rPr lang="en-US" altLang="en-US"/>
              <a:t>Here, you create an instance (object) of the class version1.</a:t>
            </a:r>
          </a:p>
          <a:p>
            <a:r>
              <a:rPr lang="en-US" altLang="en-US"/>
              <a:t>This calls the method build on the object a.</a:t>
            </a:r>
          </a:p>
          <a:p>
            <a:endParaRPr lang="en-US" altLang="en-US"/>
          </a:p>
          <a:p>
            <a:r>
              <a:rPr lang="en-US" altLang="en-US"/>
              <a:t>It passes the values 20 and 10 to the parameters a and b in the method.</a:t>
            </a:r>
          </a:p>
        </p:txBody>
      </p:sp>
    </p:spTree>
    <p:extLst>
      <p:ext uri="{BB962C8B-B14F-4D97-AF65-F5344CB8AC3E}">
        <p14:creationId xmlns:p14="http://schemas.microsoft.com/office/powerpoint/2010/main" val="25519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A346FD-6469-46F9-BD92-E12B9CA353B1}" type="slidenum">
              <a:rPr lang="en-US" smtClean="0"/>
              <a:t>7</a:t>
            </a:fld>
            <a:endParaRPr lang="en-US"/>
          </a:p>
        </p:txBody>
      </p:sp>
    </p:spTree>
    <p:extLst>
      <p:ext uri="{BB962C8B-B14F-4D97-AF65-F5344CB8AC3E}">
        <p14:creationId xmlns:p14="http://schemas.microsoft.com/office/powerpoint/2010/main" val="2021935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g1427f488d92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4" name="Google Shape;1864;g1427f488d92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9701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class version2(version1)</a:t>
            </a:r>
          </a:p>
          <a:p>
            <a:endParaRPr lang="en-US" altLang="en-US"/>
          </a:p>
          <a:p>
            <a:r>
              <a:rPr lang="en-US" altLang="en-US"/>
              <a:t>This means version2 inherits from version1.</a:t>
            </a:r>
          </a:p>
          <a:p>
            <a:endParaRPr lang="en-US" altLang="en-US"/>
          </a:p>
          <a:p>
            <a:r>
              <a:rPr lang="en-US" altLang="en-US"/>
              <a:t>So, version2 gets access to all the methods in version1.</a:t>
            </a:r>
          </a:p>
          <a:p>
            <a:endParaRPr lang="en-US" altLang="en-US"/>
          </a:p>
          <a:p>
            <a:r>
              <a:rPr lang="en-US" altLang="en-US"/>
              <a:t>It also defines its own methods:</a:t>
            </a:r>
          </a:p>
          <a:p>
            <a:endParaRPr lang="en-US" altLang="en-US"/>
          </a:p>
          <a:p>
            <a:r>
              <a:rPr lang="en-US" altLang="en-US"/>
              <a:t>build3() → multiplies 40 * 85</a:t>
            </a:r>
          </a:p>
          <a:p>
            <a:endParaRPr lang="en-US" altLang="en-US"/>
          </a:p>
          <a:p>
            <a:r>
              <a:rPr lang="en-US" altLang="en-US"/>
              <a:t>build4() → divides 800 / 700</a:t>
            </a:r>
          </a:p>
          <a:p>
            <a:endParaRPr lang="en-US" altLang="en-US"/>
          </a:p>
          <a:p>
            <a:r>
              <a:rPr lang="en-US" altLang="en-US"/>
              <a:t>a = version2()</a:t>
            </a:r>
          </a:p>
          <a:p>
            <a:endParaRPr lang="en-US" altLang="en-US"/>
          </a:p>
          <a:p>
            <a:r>
              <a:rPr lang="en-US" altLang="en-US"/>
              <a:t>Creates an object of the subclass version2.</a:t>
            </a:r>
          </a:p>
          <a:p>
            <a:endParaRPr lang="en-US" altLang="en-US"/>
          </a:p>
          <a:p>
            <a:r>
              <a:rPr lang="en-US" altLang="en-US"/>
              <a:t>Because of inheritance, a can call all four methods:</a:t>
            </a:r>
          </a:p>
          <a:p>
            <a:r>
              <a:rPr lang="en-US" altLang="en-US"/>
              <a:t>build1(), build2(), build3(), and build4().</a:t>
            </a:r>
          </a:p>
        </p:txBody>
      </p:sp>
    </p:spTree>
    <p:extLst>
      <p:ext uri="{BB962C8B-B14F-4D97-AF65-F5344CB8AC3E}">
        <p14:creationId xmlns:p14="http://schemas.microsoft.com/office/powerpoint/2010/main" val="739917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Python does NOT support traditional method overloading like Java or C++.</a:t>
            </a:r>
          </a:p>
          <a:p>
            <a:endParaRPr lang="en-US" altLang="en-US"/>
          </a:p>
          <a:p>
            <a:r>
              <a:rPr lang="en-US" altLang="en-US"/>
              <a:t>If you define multiple methods with the same name, the last one overwrites the previous ones.</a:t>
            </a:r>
          </a:p>
        </p:txBody>
      </p:sp>
    </p:spTree>
    <p:extLst>
      <p:ext uri="{BB962C8B-B14F-4D97-AF65-F5344CB8AC3E}">
        <p14:creationId xmlns:p14="http://schemas.microsoft.com/office/powerpoint/2010/main" val="2562456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t>27</a:t>
            </a:fld>
            <a:endParaRPr lang="en-US"/>
          </a:p>
        </p:txBody>
      </p:sp>
    </p:spTree>
    <p:extLst>
      <p:ext uri="{BB962C8B-B14F-4D97-AF65-F5344CB8AC3E}">
        <p14:creationId xmlns:p14="http://schemas.microsoft.com/office/powerpoint/2010/main" val="3084049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1F3200A-EE99-4A1A-AC57-FA675B8F3BA0}"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F3200A-EE99-4A1A-AC57-FA675B8F3BA0}"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F3200A-EE99-4A1A-AC57-FA675B8F3BA0}"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F3200A-EE99-4A1A-AC57-FA675B8F3BA0}"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1F3200A-EE99-4A1A-AC57-FA675B8F3BA0}"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1F3200A-EE99-4A1A-AC57-FA675B8F3BA0}"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F3200A-EE99-4A1A-AC57-FA675B8F3BA0}"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F3200A-EE99-4A1A-AC57-FA675B8F3BA0}"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F3200A-EE99-4A1A-AC57-FA675B8F3BA0}"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F3200A-EE99-4A1A-AC57-FA675B8F3BA0}"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F3200A-EE99-4A1A-AC57-FA675B8F3BA0}"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DABD8-B426-4A86-A3B0-C228B74E90F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3303632" y="554200"/>
            <a:ext cx="83256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3303632" y="6320000"/>
            <a:ext cx="83256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3162300" y="840300"/>
            <a:ext cx="8442000" cy="2056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
        <p:nvSpPr>
          <p:cNvPr id="14" name="Google Shape;14;p2"/>
          <p:cNvSpPr txBox="1">
            <a:spLocks noGrp="1"/>
          </p:cNvSpPr>
          <p:nvPr>
            <p:ph type="subTitle" idx="1"/>
          </p:nvPr>
        </p:nvSpPr>
        <p:spPr>
          <a:xfrm>
            <a:off x="3187023" y="4317933"/>
            <a:ext cx="8442000" cy="1655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2400">
                <a:solidFill>
                  <a:schemeClr val="lt1"/>
                </a:solidFill>
              </a:defRPr>
            </a:lvl2pPr>
            <a:lvl3pPr lvl="2" rtl="0">
              <a:lnSpc>
                <a:spcPct val="100000"/>
              </a:lnSpc>
              <a:spcBef>
                <a:spcPts val="0"/>
              </a:spcBef>
              <a:spcAft>
                <a:spcPts val="0"/>
              </a:spcAft>
              <a:buClr>
                <a:schemeClr val="lt1"/>
              </a:buClr>
              <a:buSzPts val="1800"/>
              <a:buNone/>
              <a:defRPr sz="2400">
                <a:solidFill>
                  <a:schemeClr val="lt1"/>
                </a:solidFill>
              </a:defRPr>
            </a:lvl3pPr>
            <a:lvl4pPr lvl="3" rtl="0">
              <a:lnSpc>
                <a:spcPct val="100000"/>
              </a:lnSpc>
              <a:spcBef>
                <a:spcPts val="0"/>
              </a:spcBef>
              <a:spcAft>
                <a:spcPts val="0"/>
              </a:spcAft>
              <a:buClr>
                <a:schemeClr val="lt1"/>
              </a:buClr>
              <a:buSzPts val="1800"/>
              <a:buNone/>
              <a:defRPr sz="2400">
                <a:solidFill>
                  <a:schemeClr val="lt1"/>
                </a:solidFill>
              </a:defRPr>
            </a:lvl4pPr>
            <a:lvl5pPr lvl="4" rtl="0">
              <a:lnSpc>
                <a:spcPct val="100000"/>
              </a:lnSpc>
              <a:spcBef>
                <a:spcPts val="0"/>
              </a:spcBef>
              <a:spcAft>
                <a:spcPts val="0"/>
              </a:spcAft>
              <a:buClr>
                <a:schemeClr val="lt1"/>
              </a:buClr>
              <a:buSzPts val="1800"/>
              <a:buNone/>
              <a:defRPr sz="2400">
                <a:solidFill>
                  <a:schemeClr val="lt1"/>
                </a:solidFill>
              </a:defRPr>
            </a:lvl5pPr>
            <a:lvl6pPr lvl="5" rtl="0">
              <a:lnSpc>
                <a:spcPct val="100000"/>
              </a:lnSpc>
              <a:spcBef>
                <a:spcPts val="0"/>
              </a:spcBef>
              <a:spcAft>
                <a:spcPts val="0"/>
              </a:spcAft>
              <a:buClr>
                <a:schemeClr val="lt1"/>
              </a:buClr>
              <a:buSzPts val="1800"/>
              <a:buNone/>
              <a:defRPr sz="2400">
                <a:solidFill>
                  <a:schemeClr val="lt1"/>
                </a:solidFill>
              </a:defRPr>
            </a:lvl6pPr>
            <a:lvl7pPr lvl="6" rtl="0">
              <a:lnSpc>
                <a:spcPct val="100000"/>
              </a:lnSpc>
              <a:spcBef>
                <a:spcPts val="0"/>
              </a:spcBef>
              <a:spcAft>
                <a:spcPts val="0"/>
              </a:spcAft>
              <a:buClr>
                <a:schemeClr val="lt1"/>
              </a:buClr>
              <a:buSzPts val="1800"/>
              <a:buNone/>
              <a:defRPr sz="2400">
                <a:solidFill>
                  <a:schemeClr val="lt1"/>
                </a:solidFill>
              </a:defRPr>
            </a:lvl7pPr>
            <a:lvl8pPr lvl="7" rtl="0">
              <a:lnSpc>
                <a:spcPct val="100000"/>
              </a:lnSpc>
              <a:spcBef>
                <a:spcPts val="0"/>
              </a:spcBef>
              <a:spcAft>
                <a:spcPts val="0"/>
              </a:spcAft>
              <a:buClr>
                <a:schemeClr val="lt1"/>
              </a:buClr>
              <a:buSzPts val="1800"/>
              <a:buNone/>
              <a:defRPr sz="2400">
                <a:solidFill>
                  <a:schemeClr val="lt1"/>
                </a:solidFill>
              </a:defRPr>
            </a:lvl8pPr>
            <a:lvl9pPr lvl="8" rtl="0">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15" name="Google Shape;15;p2"/>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566933" y="554200"/>
            <a:ext cx="110624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566933" y="6320000"/>
            <a:ext cx="110624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541900" y="2409100"/>
            <a:ext cx="11062400" cy="205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4800"/>
              <a:buNone/>
              <a:defRPr sz="6400">
                <a:solidFill>
                  <a:schemeClr val="lt1"/>
                </a:solidFill>
              </a:defRPr>
            </a:lvl2pPr>
            <a:lvl3pPr lvl="2" algn="ctr" rtl="0">
              <a:spcBef>
                <a:spcPts val="0"/>
              </a:spcBef>
              <a:spcAft>
                <a:spcPts val="0"/>
              </a:spcAft>
              <a:buClr>
                <a:schemeClr val="lt1"/>
              </a:buClr>
              <a:buSzPts val="4800"/>
              <a:buNone/>
              <a:defRPr sz="6400">
                <a:solidFill>
                  <a:schemeClr val="lt1"/>
                </a:solidFill>
              </a:defRPr>
            </a:lvl3pPr>
            <a:lvl4pPr lvl="3" algn="ctr" rtl="0">
              <a:spcBef>
                <a:spcPts val="0"/>
              </a:spcBef>
              <a:spcAft>
                <a:spcPts val="0"/>
              </a:spcAft>
              <a:buClr>
                <a:schemeClr val="lt1"/>
              </a:buClr>
              <a:buSzPts val="4800"/>
              <a:buNone/>
              <a:defRPr sz="6400">
                <a:solidFill>
                  <a:schemeClr val="lt1"/>
                </a:solidFill>
              </a:defRPr>
            </a:lvl4pPr>
            <a:lvl5pPr lvl="4" algn="ctr" rtl="0">
              <a:spcBef>
                <a:spcPts val="0"/>
              </a:spcBef>
              <a:spcAft>
                <a:spcPts val="0"/>
              </a:spcAft>
              <a:buClr>
                <a:schemeClr val="lt1"/>
              </a:buClr>
              <a:buSzPts val="4800"/>
              <a:buNone/>
              <a:defRPr sz="6400">
                <a:solidFill>
                  <a:schemeClr val="lt1"/>
                </a:solidFill>
              </a:defRPr>
            </a:lvl5pPr>
            <a:lvl6pPr lvl="5" algn="ctr" rtl="0">
              <a:spcBef>
                <a:spcPts val="0"/>
              </a:spcBef>
              <a:spcAft>
                <a:spcPts val="0"/>
              </a:spcAft>
              <a:buClr>
                <a:schemeClr val="lt1"/>
              </a:buClr>
              <a:buSzPts val="4800"/>
              <a:buNone/>
              <a:defRPr sz="6400">
                <a:solidFill>
                  <a:schemeClr val="lt1"/>
                </a:solidFill>
              </a:defRPr>
            </a:lvl6pPr>
            <a:lvl7pPr lvl="6" algn="ctr" rtl="0">
              <a:spcBef>
                <a:spcPts val="0"/>
              </a:spcBef>
              <a:spcAft>
                <a:spcPts val="0"/>
              </a:spcAft>
              <a:buClr>
                <a:schemeClr val="lt1"/>
              </a:buClr>
              <a:buSzPts val="4800"/>
              <a:buNone/>
              <a:defRPr sz="6400">
                <a:solidFill>
                  <a:schemeClr val="lt1"/>
                </a:solidFill>
              </a:defRPr>
            </a:lvl7pPr>
            <a:lvl8pPr lvl="7" algn="ctr" rtl="0">
              <a:spcBef>
                <a:spcPts val="0"/>
              </a:spcBef>
              <a:spcAft>
                <a:spcPts val="0"/>
              </a:spcAft>
              <a:buClr>
                <a:schemeClr val="lt1"/>
              </a:buClr>
              <a:buSzPts val="4800"/>
              <a:buNone/>
              <a:defRPr sz="6400">
                <a:solidFill>
                  <a:schemeClr val="lt1"/>
                </a:solidFill>
              </a:defRPr>
            </a:lvl8pPr>
            <a:lvl9pPr lvl="8" algn="ctr" rtl="0">
              <a:spcBef>
                <a:spcPts val="0"/>
              </a:spcBef>
              <a:spcAft>
                <a:spcPts val="0"/>
              </a:spcAft>
              <a:buClr>
                <a:schemeClr val="lt1"/>
              </a:buClr>
              <a:buSzPts val="4800"/>
              <a:buNone/>
              <a:defRPr sz="6400">
                <a:solidFill>
                  <a:schemeClr val="lt1"/>
                </a:solidFill>
              </a:defRPr>
            </a:lvl9pPr>
          </a:lstStyle>
          <a:p>
            <a:endParaRPr/>
          </a:p>
        </p:txBody>
      </p:sp>
      <p:sp>
        <p:nvSpPr>
          <p:cNvPr id="20" name="Google Shape;20;p3"/>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cxnSp>
        <p:nvCxnSpPr>
          <p:cNvPr id="22" name="Google Shape;22;p4"/>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3213483" y="2127701"/>
            <a:ext cx="8428800" cy="4003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ts val="2135"/>
              </a:spcBef>
              <a:spcAft>
                <a:spcPts val="0"/>
              </a:spcAft>
              <a:buSzPts val="1400"/>
              <a:buChar char="○"/>
              <a:defRPr/>
            </a:lvl2pPr>
            <a:lvl3pPr marL="1828800" lvl="2" indent="-423545" rtl="0">
              <a:spcBef>
                <a:spcPts val="2135"/>
              </a:spcBef>
              <a:spcAft>
                <a:spcPts val="0"/>
              </a:spcAft>
              <a:buSzPts val="1400"/>
              <a:buChar char="■"/>
              <a:defRPr/>
            </a:lvl3pPr>
            <a:lvl4pPr marL="2438400" lvl="3" indent="-423545" rtl="0">
              <a:spcBef>
                <a:spcPts val="2135"/>
              </a:spcBef>
              <a:spcAft>
                <a:spcPts val="0"/>
              </a:spcAft>
              <a:buSzPts val="1400"/>
              <a:buChar char="●"/>
              <a:defRPr/>
            </a:lvl4pPr>
            <a:lvl5pPr marL="3048000" lvl="4" indent="-423545" rtl="0">
              <a:spcBef>
                <a:spcPts val="2135"/>
              </a:spcBef>
              <a:spcAft>
                <a:spcPts val="0"/>
              </a:spcAft>
              <a:buSzPts val="1400"/>
              <a:buChar char="○"/>
              <a:defRPr/>
            </a:lvl5pPr>
            <a:lvl6pPr marL="3657600" lvl="5" indent="-423545" rtl="0">
              <a:spcBef>
                <a:spcPts val="2135"/>
              </a:spcBef>
              <a:spcAft>
                <a:spcPts val="0"/>
              </a:spcAft>
              <a:buSzPts val="1400"/>
              <a:buChar char="■"/>
              <a:defRPr/>
            </a:lvl6pPr>
            <a:lvl7pPr marL="4267200" lvl="6" indent="-423545" rtl="0">
              <a:spcBef>
                <a:spcPts val="2135"/>
              </a:spcBef>
              <a:spcAft>
                <a:spcPts val="0"/>
              </a:spcAft>
              <a:buSzPts val="1400"/>
              <a:buChar char="●"/>
              <a:defRPr/>
            </a:lvl7pPr>
            <a:lvl8pPr marL="4876800" lvl="7" indent="-423545" rtl="0">
              <a:spcBef>
                <a:spcPts val="2135"/>
              </a:spcBef>
              <a:spcAft>
                <a:spcPts val="0"/>
              </a:spcAft>
              <a:buSzPts val="1400"/>
              <a:buChar char="○"/>
              <a:defRPr/>
            </a:lvl8pPr>
            <a:lvl9pPr marL="5486400" lvl="8" indent="-423545" rtl="0">
              <a:spcBef>
                <a:spcPts val="2135"/>
              </a:spcBef>
              <a:spcAft>
                <a:spcPts val="2135"/>
              </a:spcAft>
              <a:buSzPts val="1400"/>
              <a:buChar char="■"/>
              <a:defRPr/>
            </a:lvl9pPr>
          </a:lstStyle>
          <a:p>
            <a:endParaRPr/>
          </a:p>
        </p:txBody>
      </p:sp>
      <p:sp>
        <p:nvSpPr>
          <p:cNvPr id="27" name="Google Shape;27;p4"/>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cxnSp>
        <p:nvCxnSpPr>
          <p:cNvPr id="29" name="Google Shape;29;p5"/>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3200404" y="2136900"/>
            <a:ext cx="4095200" cy="4003200"/>
          </a:xfrm>
          <a:prstGeom prst="rect">
            <a:avLst/>
          </a:prstGeom>
        </p:spPr>
        <p:txBody>
          <a:bodyPr spcFirstLastPara="1" wrap="square" lIns="91425" tIns="91425" rIns="91425" bIns="91425" anchor="t" anchorCtr="0">
            <a:noAutofit/>
          </a:bodyPr>
          <a:lstStyle>
            <a:lvl1pPr marL="609600" lvl="0" indent="-423545" rtl="0">
              <a:spcBef>
                <a:spcPts val="0"/>
              </a:spcBef>
              <a:spcAft>
                <a:spcPts val="0"/>
              </a:spcAft>
              <a:buSzPts val="1400"/>
              <a:buChar char="●"/>
              <a:defRPr sz="1865"/>
            </a:lvl1pPr>
            <a:lvl2pPr marL="1219200" lvl="1" indent="-406400" rtl="0">
              <a:spcBef>
                <a:spcPts val="2135"/>
              </a:spcBef>
              <a:spcAft>
                <a:spcPts val="0"/>
              </a:spcAft>
              <a:buSzPts val="1200"/>
              <a:buChar char="○"/>
              <a:defRPr sz="1600"/>
            </a:lvl2pPr>
            <a:lvl3pPr marL="1828800" lvl="2" indent="-406400" rtl="0">
              <a:spcBef>
                <a:spcPts val="2135"/>
              </a:spcBef>
              <a:spcAft>
                <a:spcPts val="0"/>
              </a:spcAft>
              <a:buSzPts val="1200"/>
              <a:buChar char="■"/>
              <a:defRPr sz="1600"/>
            </a:lvl3pPr>
            <a:lvl4pPr marL="2438400" lvl="3" indent="-406400" rtl="0">
              <a:spcBef>
                <a:spcPts val="2135"/>
              </a:spcBef>
              <a:spcAft>
                <a:spcPts val="0"/>
              </a:spcAft>
              <a:buSzPts val="1200"/>
              <a:buChar char="●"/>
              <a:defRPr sz="1600"/>
            </a:lvl4pPr>
            <a:lvl5pPr marL="3048000" lvl="4" indent="-406400" rtl="0">
              <a:spcBef>
                <a:spcPts val="2135"/>
              </a:spcBef>
              <a:spcAft>
                <a:spcPts val="0"/>
              </a:spcAft>
              <a:buSzPts val="1200"/>
              <a:buChar char="○"/>
              <a:defRPr sz="1600"/>
            </a:lvl5pPr>
            <a:lvl6pPr marL="3657600" lvl="5" indent="-406400" rtl="0">
              <a:spcBef>
                <a:spcPts val="2135"/>
              </a:spcBef>
              <a:spcAft>
                <a:spcPts val="0"/>
              </a:spcAft>
              <a:buSzPts val="1200"/>
              <a:buChar char="■"/>
              <a:defRPr sz="1600"/>
            </a:lvl6pPr>
            <a:lvl7pPr marL="4267200" lvl="6" indent="-406400" rtl="0">
              <a:spcBef>
                <a:spcPts val="2135"/>
              </a:spcBef>
              <a:spcAft>
                <a:spcPts val="0"/>
              </a:spcAft>
              <a:buSzPts val="1200"/>
              <a:buChar char="●"/>
              <a:defRPr sz="1600"/>
            </a:lvl7pPr>
            <a:lvl8pPr marL="4876800" lvl="7" indent="-406400" rtl="0">
              <a:spcBef>
                <a:spcPts val="2135"/>
              </a:spcBef>
              <a:spcAft>
                <a:spcPts val="0"/>
              </a:spcAft>
              <a:buSzPts val="1200"/>
              <a:buChar char="○"/>
              <a:defRPr sz="1600"/>
            </a:lvl8pPr>
            <a:lvl9pPr marL="5486400" lvl="8" indent="-406400" rtl="0">
              <a:spcBef>
                <a:spcPts val="2135"/>
              </a:spcBef>
              <a:spcAft>
                <a:spcPts val="2135"/>
              </a:spcAft>
              <a:buSzPts val="1200"/>
              <a:buChar char="■"/>
              <a:defRPr sz="1600"/>
            </a:lvl9pPr>
          </a:lstStyle>
          <a:p>
            <a:endParaRPr/>
          </a:p>
        </p:txBody>
      </p:sp>
      <p:sp>
        <p:nvSpPr>
          <p:cNvPr id="34" name="Google Shape;34;p5"/>
          <p:cNvSpPr txBox="1">
            <a:spLocks noGrp="1"/>
          </p:cNvSpPr>
          <p:nvPr>
            <p:ph type="body" idx="2"/>
          </p:nvPr>
        </p:nvSpPr>
        <p:spPr>
          <a:xfrm>
            <a:off x="7534096" y="2136900"/>
            <a:ext cx="4095200" cy="4003200"/>
          </a:xfrm>
          <a:prstGeom prst="rect">
            <a:avLst/>
          </a:prstGeom>
        </p:spPr>
        <p:txBody>
          <a:bodyPr spcFirstLastPara="1" wrap="square" lIns="91425" tIns="91425" rIns="91425" bIns="91425" anchor="t" anchorCtr="0">
            <a:noAutofit/>
          </a:bodyPr>
          <a:lstStyle>
            <a:lvl1pPr marL="609600" lvl="0" indent="-423545" rtl="0">
              <a:spcBef>
                <a:spcPts val="0"/>
              </a:spcBef>
              <a:spcAft>
                <a:spcPts val="0"/>
              </a:spcAft>
              <a:buSzPts val="1400"/>
              <a:buChar char="●"/>
              <a:defRPr sz="1865"/>
            </a:lvl1pPr>
            <a:lvl2pPr marL="1219200" lvl="1" indent="-406400" rtl="0">
              <a:spcBef>
                <a:spcPts val="2135"/>
              </a:spcBef>
              <a:spcAft>
                <a:spcPts val="0"/>
              </a:spcAft>
              <a:buSzPts val="1200"/>
              <a:buChar char="○"/>
              <a:defRPr sz="1600"/>
            </a:lvl2pPr>
            <a:lvl3pPr marL="1828800" lvl="2" indent="-406400" rtl="0">
              <a:spcBef>
                <a:spcPts val="2135"/>
              </a:spcBef>
              <a:spcAft>
                <a:spcPts val="0"/>
              </a:spcAft>
              <a:buSzPts val="1200"/>
              <a:buChar char="■"/>
              <a:defRPr sz="1600"/>
            </a:lvl3pPr>
            <a:lvl4pPr marL="2438400" lvl="3" indent="-406400" rtl="0">
              <a:spcBef>
                <a:spcPts val="2135"/>
              </a:spcBef>
              <a:spcAft>
                <a:spcPts val="0"/>
              </a:spcAft>
              <a:buSzPts val="1200"/>
              <a:buChar char="●"/>
              <a:defRPr sz="1600"/>
            </a:lvl4pPr>
            <a:lvl5pPr marL="3048000" lvl="4" indent="-406400" rtl="0">
              <a:spcBef>
                <a:spcPts val="2135"/>
              </a:spcBef>
              <a:spcAft>
                <a:spcPts val="0"/>
              </a:spcAft>
              <a:buSzPts val="1200"/>
              <a:buChar char="○"/>
              <a:defRPr sz="1600"/>
            </a:lvl5pPr>
            <a:lvl6pPr marL="3657600" lvl="5" indent="-406400" rtl="0">
              <a:spcBef>
                <a:spcPts val="2135"/>
              </a:spcBef>
              <a:spcAft>
                <a:spcPts val="0"/>
              </a:spcAft>
              <a:buSzPts val="1200"/>
              <a:buChar char="■"/>
              <a:defRPr sz="1600"/>
            </a:lvl6pPr>
            <a:lvl7pPr marL="4267200" lvl="6" indent="-406400" rtl="0">
              <a:spcBef>
                <a:spcPts val="2135"/>
              </a:spcBef>
              <a:spcAft>
                <a:spcPts val="0"/>
              </a:spcAft>
              <a:buSzPts val="1200"/>
              <a:buChar char="●"/>
              <a:defRPr sz="1600"/>
            </a:lvl7pPr>
            <a:lvl8pPr marL="4876800" lvl="7" indent="-406400" rtl="0">
              <a:spcBef>
                <a:spcPts val="2135"/>
              </a:spcBef>
              <a:spcAft>
                <a:spcPts val="0"/>
              </a:spcAft>
              <a:buSzPts val="1200"/>
              <a:buChar char="○"/>
              <a:defRPr sz="1600"/>
            </a:lvl8pPr>
            <a:lvl9pPr marL="5486400" lvl="8" indent="-406400" rtl="0">
              <a:spcBef>
                <a:spcPts val="2135"/>
              </a:spcBef>
              <a:spcAft>
                <a:spcPts val="2135"/>
              </a:spcAft>
              <a:buSzPts val="1200"/>
              <a:buChar char="■"/>
              <a:defRPr sz="1600"/>
            </a:lvl9pPr>
          </a:lstStyle>
          <a:p>
            <a:endParaRPr/>
          </a:p>
        </p:txBody>
      </p:sp>
      <p:sp>
        <p:nvSpPr>
          <p:cNvPr id="35" name="Google Shape;35;p5"/>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04400" y="548767"/>
            <a:ext cx="11360800" cy="852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Font typeface="Nunito"/>
              <a:buNone/>
              <a:defRPr b="0">
                <a:latin typeface="Nunito"/>
                <a:ea typeface="Nunito"/>
                <a:cs typeface="Nunito"/>
                <a:sym typeface="Nunito"/>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cxnSp>
        <p:nvCxnSpPr>
          <p:cNvPr id="40" name="Google Shape;40;p7"/>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426000" y="1248800"/>
            <a:ext cx="3744000" cy="100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2" name="Google Shape;42;p7"/>
          <p:cNvSpPr txBox="1">
            <a:spLocks noGrp="1"/>
          </p:cNvSpPr>
          <p:nvPr>
            <p:ph type="body" idx="1"/>
          </p:nvPr>
        </p:nvSpPr>
        <p:spPr>
          <a:xfrm>
            <a:off x="426000" y="2462405"/>
            <a:ext cx="3744000" cy="3741600"/>
          </a:xfrm>
          <a:prstGeom prst="rect">
            <a:avLst/>
          </a:prstGeom>
        </p:spPr>
        <p:txBody>
          <a:bodyPr spcFirstLastPara="1" wrap="square" lIns="91425" tIns="91425" rIns="91425" bIns="91425" anchor="t" anchorCtr="0">
            <a:noAutofit/>
          </a:bodyPr>
          <a:lstStyle>
            <a:lvl1pPr marL="609600" lvl="0" indent="-406400" rtl="0">
              <a:spcBef>
                <a:spcPts val="0"/>
              </a:spcBef>
              <a:spcAft>
                <a:spcPts val="0"/>
              </a:spcAft>
              <a:buSzPts val="1200"/>
              <a:buChar char="●"/>
              <a:defRPr sz="1600"/>
            </a:lvl1pPr>
            <a:lvl2pPr marL="1219200" lvl="1" indent="-406400" rtl="0">
              <a:spcBef>
                <a:spcPts val="2135"/>
              </a:spcBef>
              <a:spcAft>
                <a:spcPts val="0"/>
              </a:spcAft>
              <a:buSzPts val="1200"/>
              <a:buChar char="○"/>
              <a:defRPr sz="1600"/>
            </a:lvl2pPr>
            <a:lvl3pPr marL="1828800" lvl="2" indent="-406400" rtl="0">
              <a:spcBef>
                <a:spcPts val="2135"/>
              </a:spcBef>
              <a:spcAft>
                <a:spcPts val="0"/>
              </a:spcAft>
              <a:buSzPts val="1200"/>
              <a:buChar char="■"/>
              <a:defRPr sz="1600"/>
            </a:lvl3pPr>
            <a:lvl4pPr marL="2438400" lvl="3" indent="-406400" rtl="0">
              <a:spcBef>
                <a:spcPts val="2135"/>
              </a:spcBef>
              <a:spcAft>
                <a:spcPts val="0"/>
              </a:spcAft>
              <a:buSzPts val="1200"/>
              <a:buChar char="●"/>
              <a:defRPr sz="1600"/>
            </a:lvl4pPr>
            <a:lvl5pPr marL="3048000" lvl="4" indent="-406400" rtl="0">
              <a:spcBef>
                <a:spcPts val="2135"/>
              </a:spcBef>
              <a:spcAft>
                <a:spcPts val="0"/>
              </a:spcAft>
              <a:buSzPts val="1200"/>
              <a:buChar char="○"/>
              <a:defRPr sz="1600"/>
            </a:lvl5pPr>
            <a:lvl6pPr marL="3657600" lvl="5" indent="-406400" rtl="0">
              <a:spcBef>
                <a:spcPts val="2135"/>
              </a:spcBef>
              <a:spcAft>
                <a:spcPts val="0"/>
              </a:spcAft>
              <a:buSzPts val="1200"/>
              <a:buChar char="■"/>
              <a:defRPr sz="1600"/>
            </a:lvl6pPr>
            <a:lvl7pPr marL="4267200" lvl="6" indent="-406400" rtl="0">
              <a:spcBef>
                <a:spcPts val="2135"/>
              </a:spcBef>
              <a:spcAft>
                <a:spcPts val="0"/>
              </a:spcAft>
              <a:buSzPts val="1200"/>
              <a:buChar char="●"/>
              <a:defRPr sz="1600"/>
            </a:lvl7pPr>
            <a:lvl8pPr marL="4876800" lvl="7" indent="-406400" rtl="0">
              <a:spcBef>
                <a:spcPts val="2135"/>
              </a:spcBef>
              <a:spcAft>
                <a:spcPts val="0"/>
              </a:spcAft>
              <a:buSzPts val="1200"/>
              <a:buChar char="○"/>
              <a:defRPr sz="1600"/>
            </a:lvl8pPr>
            <a:lvl9pPr marL="5486400" lvl="8" indent="-406400" rtl="0">
              <a:spcBef>
                <a:spcPts val="2135"/>
              </a:spcBef>
              <a:spcAft>
                <a:spcPts val="2135"/>
              </a:spcAft>
              <a:buSzPts val="1200"/>
              <a:buChar char="■"/>
              <a:defRPr sz="1600"/>
            </a:lvl9pPr>
          </a:lstStyle>
          <a:p>
            <a:endParaRPr/>
          </a:p>
        </p:txBody>
      </p:sp>
      <p:sp>
        <p:nvSpPr>
          <p:cNvPr id="43" name="Google Shape;43;p7"/>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377471" y="949521"/>
            <a:ext cx="8325600" cy="5114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
        <p:nvSpPr>
          <p:cNvPr id="47" name="Google Shape;47;p8"/>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8"/>
        <p:cNvGrpSpPr/>
        <p:nvPr/>
      </p:nvGrpSpPr>
      <p:grpSpPr>
        <a:xfrm>
          <a:off x="0" y="0"/>
          <a:ext cx="0" cy="0"/>
          <a:chOff x="0" y="0"/>
          <a:chExt cx="0" cy="0"/>
        </a:xfrm>
      </p:grpSpPr>
      <p:sp>
        <p:nvSpPr>
          <p:cNvPr id="49" name="Google Shape;49;p9"/>
          <p:cNvSpPr/>
          <p:nvPr/>
        </p:nvSpPr>
        <p:spPr>
          <a:xfrm>
            <a:off x="609600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865"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cxnSp>
        <p:nvCxnSpPr>
          <p:cNvPr id="50" name="Google Shape;50;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354000" y="1863133"/>
            <a:ext cx="5393600" cy="1757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3600"/>
              <a:buNone/>
              <a:defRPr sz="4800">
                <a:solidFill>
                  <a:schemeClr val="dk1"/>
                </a:solidFill>
              </a:defRPr>
            </a:lvl1pPr>
            <a:lvl2pPr lvl="1" algn="ctr" rtl="0">
              <a:spcBef>
                <a:spcPts val="0"/>
              </a:spcBef>
              <a:spcAft>
                <a:spcPts val="0"/>
              </a:spcAft>
              <a:buClr>
                <a:schemeClr val="dk1"/>
              </a:buClr>
              <a:buSzPts val="3600"/>
              <a:buNone/>
              <a:defRPr sz="4800">
                <a:solidFill>
                  <a:schemeClr val="dk1"/>
                </a:solidFill>
              </a:defRPr>
            </a:lvl2pPr>
            <a:lvl3pPr lvl="2" algn="ctr" rtl="0">
              <a:spcBef>
                <a:spcPts val="0"/>
              </a:spcBef>
              <a:spcAft>
                <a:spcPts val="0"/>
              </a:spcAft>
              <a:buClr>
                <a:schemeClr val="dk1"/>
              </a:buClr>
              <a:buSzPts val="3600"/>
              <a:buNone/>
              <a:defRPr sz="4800">
                <a:solidFill>
                  <a:schemeClr val="dk1"/>
                </a:solidFill>
              </a:defRPr>
            </a:lvl3pPr>
            <a:lvl4pPr lvl="3" algn="ctr" rtl="0">
              <a:spcBef>
                <a:spcPts val="0"/>
              </a:spcBef>
              <a:spcAft>
                <a:spcPts val="0"/>
              </a:spcAft>
              <a:buClr>
                <a:schemeClr val="dk1"/>
              </a:buClr>
              <a:buSzPts val="3600"/>
              <a:buNone/>
              <a:defRPr sz="4800">
                <a:solidFill>
                  <a:schemeClr val="dk1"/>
                </a:solidFill>
              </a:defRPr>
            </a:lvl4pPr>
            <a:lvl5pPr lvl="4" algn="ctr" rtl="0">
              <a:spcBef>
                <a:spcPts val="0"/>
              </a:spcBef>
              <a:spcAft>
                <a:spcPts val="0"/>
              </a:spcAft>
              <a:buClr>
                <a:schemeClr val="dk1"/>
              </a:buClr>
              <a:buSzPts val="3600"/>
              <a:buNone/>
              <a:defRPr sz="4800">
                <a:solidFill>
                  <a:schemeClr val="dk1"/>
                </a:solidFill>
              </a:defRPr>
            </a:lvl5pPr>
            <a:lvl6pPr lvl="5" algn="ctr" rtl="0">
              <a:spcBef>
                <a:spcPts val="0"/>
              </a:spcBef>
              <a:spcAft>
                <a:spcPts val="0"/>
              </a:spcAft>
              <a:buClr>
                <a:schemeClr val="dk1"/>
              </a:buClr>
              <a:buSzPts val="3600"/>
              <a:buNone/>
              <a:defRPr sz="4800">
                <a:solidFill>
                  <a:schemeClr val="dk1"/>
                </a:solidFill>
              </a:defRPr>
            </a:lvl6pPr>
            <a:lvl7pPr lvl="6" algn="ctr" rtl="0">
              <a:spcBef>
                <a:spcPts val="0"/>
              </a:spcBef>
              <a:spcAft>
                <a:spcPts val="0"/>
              </a:spcAft>
              <a:buClr>
                <a:schemeClr val="dk1"/>
              </a:buClr>
              <a:buSzPts val="3600"/>
              <a:buNone/>
              <a:defRPr sz="4800">
                <a:solidFill>
                  <a:schemeClr val="dk1"/>
                </a:solidFill>
              </a:defRPr>
            </a:lvl7pPr>
            <a:lvl8pPr lvl="7" algn="ctr" rtl="0">
              <a:spcBef>
                <a:spcPts val="0"/>
              </a:spcBef>
              <a:spcAft>
                <a:spcPts val="0"/>
              </a:spcAft>
              <a:buClr>
                <a:schemeClr val="dk1"/>
              </a:buClr>
              <a:buSzPts val="3600"/>
              <a:buNone/>
              <a:defRPr sz="4800">
                <a:solidFill>
                  <a:schemeClr val="dk1"/>
                </a:solidFill>
              </a:defRPr>
            </a:lvl8pPr>
            <a:lvl9pPr lvl="8" algn="ctr" rtl="0">
              <a:spcBef>
                <a:spcPts val="0"/>
              </a:spcBef>
              <a:spcAft>
                <a:spcPts val="0"/>
              </a:spcAft>
              <a:buClr>
                <a:schemeClr val="dk1"/>
              </a:buClr>
              <a:buSzPts val="3600"/>
              <a:buNone/>
              <a:defRPr sz="4800">
                <a:solidFill>
                  <a:schemeClr val="dk1"/>
                </a:solidFill>
              </a:defRPr>
            </a:lvl9pPr>
          </a:lstStyle>
          <a:p>
            <a:endParaRPr/>
          </a:p>
        </p:txBody>
      </p:sp>
      <p:sp>
        <p:nvSpPr>
          <p:cNvPr id="52" name="Google Shape;52;p9"/>
          <p:cNvSpPr txBox="1">
            <a:spLocks noGrp="1"/>
          </p:cNvSpPr>
          <p:nvPr>
            <p:ph type="subTitle" idx="1"/>
          </p:nvPr>
        </p:nvSpPr>
        <p:spPr>
          <a:xfrm>
            <a:off x="354000" y="364716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3" name="Google Shape;53;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ts val="2135"/>
              </a:spcBef>
              <a:spcAft>
                <a:spcPts val="0"/>
              </a:spcAft>
              <a:buClr>
                <a:schemeClr val="lt1"/>
              </a:buClr>
              <a:buSzPts val="1400"/>
              <a:buChar char="○"/>
              <a:defRPr>
                <a:solidFill>
                  <a:schemeClr val="lt1"/>
                </a:solidFill>
              </a:defRPr>
            </a:lvl2pPr>
            <a:lvl3pPr marL="1828800" lvl="2" indent="-423545" rtl="0">
              <a:spcBef>
                <a:spcPts val="2135"/>
              </a:spcBef>
              <a:spcAft>
                <a:spcPts val="0"/>
              </a:spcAft>
              <a:buClr>
                <a:schemeClr val="lt1"/>
              </a:buClr>
              <a:buSzPts val="1400"/>
              <a:buChar char="■"/>
              <a:defRPr>
                <a:solidFill>
                  <a:schemeClr val="lt1"/>
                </a:solidFill>
              </a:defRPr>
            </a:lvl3pPr>
            <a:lvl4pPr marL="2438400" lvl="3" indent="-423545" rtl="0">
              <a:spcBef>
                <a:spcPts val="2135"/>
              </a:spcBef>
              <a:spcAft>
                <a:spcPts val="0"/>
              </a:spcAft>
              <a:buClr>
                <a:schemeClr val="lt1"/>
              </a:buClr>
              <a:buSzPts val="1400"/>
              <a:buChar char="●"/>
              <a:defRPr>
                <a:solidFill>
                  <a:schemeClr val="lt1"/>
                </a:solidFill>
              </a:defRPr>
            </a:lvl4pPr>
            <a:lvl5pPr marL="3048000" lvl="4" indent="-423545" rtl="0">
              <a:spcBef>
                <a:spcPts val="2135"/>
              </a:spcBef>
              <a:spcAft>
                <a:spcPts val="0"/>
              </a:spcAft>
              <a:buClr>
                <a:schemeClr val="lt1"/>
              </a:buClr>
              <a:buSzPts val="1400"/>
              <a:buChar char="○"/>
              <a:defRPr>
                <a:solidFill>
                  <a:schemeClr val="lt1"/>
                </a:solidFill>
              </a:defRPr>
            </a:lvl5pPr>
            <a:lvl6pPr marL="3657600" lvl="5" indent="-423545" rtl="0">
              <a:spcBef>
                <a:spcPts val="2135"/>
              </a:spcBef>
              <a:spcAft>
                <a:spcPts val="0"/>
              </a:spcAft>
              <a:buClr>
                <a:schemeClr val="lt1"/>
              </a:buClr>
              <a:buSzPts val="1400"/>
              <a:buChar char="■"/>
              <a:defRPr>
                <a:solidFill>
                  <a:schemeClr val="lt1"/>
                </a:solidFill>
              </a:defRPr>
            </a:lvl6pPr>
            <a:lvl7pPr marL="4267200" lvl="6" indent="-423545" rtl="0">
              <a:spcBef>
                <a:spcPts val="2135"/>
              </a:spcBef>
              <a:spcAft>
                <a:spcPts val="0"/>
              </a:spcAft>
              <a:buClr>
                <a:schemeClr val="lt1"/>
              </a:buClr>
              <a:buSzPts val="1400"/>
              <a:buChar char="●"/>
              <a:defRPr>
                <a:solidFill>
                  <a:schemeClr val="lt1"/>
                </a:solidFill>
              </a:defRPr>
            </a:lvl7pPr>
            <a:lvl8pPr marL="4876800" lvl="7" indent="-423545" rtl="0">
              <a:spcBef>
                <a:spcPts val="2135"/>
              </a:spcBef>
              <a:spcAft>
                <a:spcPts val="0"/>
              </a:spcAft>
              <a:buClr>
                <a:schemeClr val="lt1"/>
              </a:buClr>
              <a:buSzPts val="1400"/>
              <a:buChar char="○"/>
              <a:defRPr>
                <a:solidFill>
                  <a:schemeClr val="lt1"/>
                </a:solidFill>
              </a:defRPr>
            </a:lvl8pPr>
            <a:lvl9pPr marL="5486400" lvl="8" indent="-423545" rtl="0">
              <a:spcBef>
                <a:spcPts val="2135"/>
              </a:spcBef>
              <a:spcAft>
                <a:spcPts val="2135"/>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5"/>
        <p:cNvGrpSpPr/>
        <p:nvPr/>
      </p:nvGrpSpPr>
      <p:grpSpPr>
        <a:xfrm>
          <a:off x="0" y="0"/>
          <a:ext cx="0" cy="0"/>
          <a:chOff x="0" y="0"/>
          <a:chExt cx="0" cy="0"/>
        </a:xfrm>
      </p:grpSpPr>
      <p:cxnSp>
        <p:nvCxnSpPr>
          <p:cNvPr id="56" name="Google Shape;56;p10"/>
          <p:cNvCxnSpPr/>
          <p:nvPr/>
        </p:nvCxnSpPr>
        <p:spPr>
          <a:xfrm>
            <a:off x="566933" y="6320000"/>
            <a:ext cx="110624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437356" y="5634700"/>
            <a:ext cx="11184800" cy="524800"/>
          </a:xfrm>
          <a:prstGeom prst="rect">
            <a:avLst/>
          </a:prstGeom>
        </p:spPr>
        <p:txBody>
          <a:bodyPr spcFirstLastPara="1" wrap="square" lIns="91425" tIns="91425" rIns="91425" bIns="91425" anchor="ctr" anchorCtr="0">
            <a:noAutofit/>
          </a:bodyPr>
          <a:lstStyle>
            <a:lvl1pPr marL="609600" lvl="0" indent="-304800" rtl="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0"/>
        <p:cNvGrpSpPr/>
        <p:nvPr/>
      </p:nvGrpSpPr>
      <p:grpSpPr>
        <a:xfrm>
          <a:off x="0" y="0"/>
          <a:ext cx="0" cy="0"/>
          <a:chOff x="0" y="0"/>
          <a:chExt cx="0" cy="0"/>
        </a:xfrm>
      </p:grpSpPr>
      <p:cxnSp>
        <p:nvCxnSpPr>
          <p:cNvPr id="61" name="Google Shape;61;p11"/>
          <p:cNvCxnSpPr/>
          <p:nvPr/>
        </p:nvCxnSpPr>
        <p:spPr>
          <a:xfrm>
            <a:off x="566933" y="6320000"/>
            <a:ext cx="110624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566933" y="554200"/>
            <a:ext cx="110624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1138600" y="1739800"/>
            <a:ext cx="9914800" cy="2051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1pPr>
            <a:lvl2pPr lvl="1"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2pPr>
            <a:lvl3pPr lvl="2"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3pPr>
            <a:lvl4pPr lvl="3"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4pPr>
            <a:lvl5pPr lvl="4"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5pPr>
            <a:lvl6pPr lvl="5"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6pPr>
            <a:lvl7pPr lvl="6"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7pPr>
            <a:lvl8pPr lvl="7"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8pPr>
            <a:lvl9pPr lvl="8"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1138600" y="3892600"/>
            <a:ext cx="9914800" cy="1428800"/>
          </a:xfrm>
          <a:prstGeom prst="rect">
            <a:avLst/>
          </a:prstGeom>
        </p:spPr>
        <p:txBody>
          <a:bodyPr spcFirstLastPara="1" wrap="square" lIns="91425" tIns="91425" rIns="91425" bIns="91425" anchor="t" anchorCtr="0">
            <a:noAutofit/>
          </a:bodyPr>
          <a:lstStyle>
            <a:lvl1pPr marL="609600" lvl="0" indent="-457200" algn="ctr" rtl="0">
              <a:spcBef>
                <a:spcPts val="0"/>
              </a:spcBef>
              <a:spcAft>
                <a:spcPts val="0"/>
              </a:spcAft>
              <a:buSzPts val="1800"/>
              <a:buChar char="●"/>
              <a:defRPr/>
            </a:lvl1pPr>
            <a:lvl2pPr marL="1219200" lvl="1" indent="-423545" algn="ctr" rtl="0">
              <a:spcBef>
                <a:spcPts val="2135"/>
              </a:spcBef>
              <a:spcAft>
                <a:spcPts val="0"/>
              </a:spcAft>
              <a:buSzPts val="1400"/>
              <a:buChar char="○"/>
              <a:defRPr/>
            </a:lvl2pPr>
            <a:lvl3pPr marL="1828800" lvl="2" indent="-423545" algn="ctr" rtl="0">
              <a:spcBef>
                <a:spcPts val="2135"/>
              </a:spcBef>
              <a:spcAft>
                <a:spcPts val="0"/>
              </a:spcAft>
              <a:buSzPts val="1400"/>
              <a:buChar char="■"/>
              <a:defRPr/>
            </a:lvl3pPr>
            <a:lvl4pPr marL="2438400" lvl="3" indent="-423545" algn="ctr" rtl="0">
              <a:spcBef>
                <a:spcPts val="2135"/>
              </a:spcBef>
              <a:spcAft>
                <a:spcPts val="0"/>
              </a:spcAft>
              <a:buSzPts val="1400"/>
              <a:buChar char="●"/>
              <a:defRPr/>
            </a:lvl4pPr>
            <a:lvl5pPr marL="3048000" lvl="4" indent="-423545" algn="ctr" rtl="0">
              <a:spcBef>
                <a:spcPts val="2135"/>
              </a:spcBef>
              <a:spcAft>
                <a:spcPts val="0"/>
              </a:spcAft>
              <a:buSzPts val="1400"/>
              <a:buChar char="○"/>
              <a:defRPr/>
            </a:lvl5pPr>
            <a:lvl6pPr marL="3657600" lvl="5" indent="-423545" algn="ctr" rtl="0">
              <a:spcBef>
                <a:spcPts val="2135"/>
              </a:spcBef>
              <a:spcAft>
                <a:spcPts val="0"/>
              </a:spcAft>
              <a:buSzPts val="1400"/>
              <a:buChar char="■"/>
              <a:defRPr/>
            </a:lvl6pPr>
            <a:lvl7pPr marL="4267200" lvl="6" indent="-423545" algn="ctr" rtl="0">
              <a:spcBef>
                <a:spcPts val="2135"/>
              </a:spcBef>
              <a:spcAft>
                <a:spcPts val="0"/>
              </a:spcAft>
              <a:buSzPts val="1400"/>
              <a:buChar char="●"/>
              <a:defRPr/>
            </a:lvl7pPr>
            <a:lvl8pPr marL="4876800" lvl="7" indent="-423545" algn="ctr" rtl="0">
              <a:spcBef>
                <a:spcPts val="2135"/>
              </a:spcBef>
              <a:spcAft>
                <a:spcPts val="0"/>
              </a:spcAft>
              <a:buSzPts val="1400"/>
              <a:buChar char="○"/>
              <a:defRPr/>
            </a:lvl8pPr>
            <a:lvl9pPr marL="5486400" lvl="8" indent="-423545" algn="ctr" rtl="0">
              <a:spcBef>
                <a:spcPts val="2135"/>
              </a:spcBef>
              <a:spcAft>
                <a:spcPts val="2135"/>
              </a:spcAft>
              <a:buSzPts val="1400"/>
              <a:buChar char="■"/>
              <a:defRPr/>
            </a:lvl9pPr>
          </a:lstStyle>
          <a:p>
            <a:endParaRPr/>
          </a:p>
        </p:txBody>
      </p:sp>
      <p:sp>
        <p:nvSpPr>
          <p:cNvPr id="65" name="Google Shape;65;p11"/>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3303632" y="554200"/>
            <a:ext cx="83256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3303632" y="6320000"/>
            <a:ext cx="83256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3162300" y="840300"/>
            <a:ext cx="8442000" cy="2056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
        <p:nvSpPr>
          <p:cNvPr id="14" name="Google Shape;14;p2"/>
          <p:cNvSpPr txBox="1">
            <a:spLocks noGrp="1"/>
          </p:cNvSpPr>
          <p:nvPr>
            <p:ph type="subTitle" idx="1"/>
          </p:nvPr>
        </p:nvSpPr>
        <p:spPr>
          <a:xfrm>
            <a:off x="3187023" y="4317933"/>
            <a:ext cx="8442000" cy="1655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2400">
                <a:solidFill>
                  <a:schemeClr val="lt1"/>
                </a:solidFill>
              </a:defRPr>
            </a:lvl2pPr>
            <a:lvl3pPr lvl="2" rtl="0">
              <a:lnSpc>
                <a:spcPct val="100000"/>
              </a:lnSpc>
              <a:spcBef>
                <a:spcPts val="0"/>
              </a:spcBef>
              <a:spcAft>
                <a:spcPts val="0"/>
              </a:spcAft>
              <a:buClr>
                <a:schemeClr val="lt1"/>
              </a:buClr>
              <a:buSzPts val="1800"/>
              <a:buNone/>
              <a:defRPr sz="2400">
                <a:solidFill>
                  <a:schemeClr val="lt1"/>
                </a:solidFill>
              </a:defRPr>
            </a:lvl3pPr>
            <a:lvl4pPr lvl="3" rtl="0">
              <a:lnSpc>
                <a:spcPct val="100000"/>
              </a:lnSpc>
              <a:spcBef>
                <a:spcPts val="0"/>
              </a:spcBef>
              <a:spcAft>
                <a:spcPts val="0"/>
              </a:spcAft>
              <a:buClr>
                <a:schemeClr val="lt1"/>
              </a:buClr>
              <a:buSzPts val="1800"/>
              <a:buNone/>
              <a:defRPr sz="2400">
                <a:solidFill>
                  <a:schemeClr val="lt1"/>
                </a:solidFill>
              </a:defRPr>
            </a:lvl4pPr>
            <a:lvl5pPr lvl="4" rtl="0">
              <a:lnSpc>
                <a:spcPct val="100000"/>
              </a:lnSpc>
              <a:spcBef>
                <a:spcPts val="0"/>
              </a:spcBef>
              <a:spcAft>
                <a:spcPts val="0"/>
              </a:spcAft>
              <a:buClr>
                <a:schemeClr val="lt1"/>
              </a:buClr>
              <a:buSzPts val="1800"/>
              <a:buNone/>
              <a:defRPr sz="2400">
                <a:solidFill>
                  <a:schemeClr val="lt1"/>
                </a:solidFill>
              </a:defRPr>
            </a:lvl5pPr>
            <a:lvl6pPr lvl="5" rtl="0">
              <a:lnSpc>
                <a:spcPct val="100000"/>
              </a:lnSpc>
              <a:spcBef>
                <a:spcPts val="0"/>
              </a:spcBef>
              <a:spcAft>
                <a:spcPts val="0"/>
              </a:spcAft>
              <a:buClr>
                <a:schemeClr val="lt1"/>
              </a:buClr>
              <a:buSzPts val="1800"/>
              <a:buNone/>
              <a:defRPr sz="2400">
                <a:solidFill>
                  <a:schemeClr val="lt1"/>
                </a:solidFill>
              </a:defRPr>
            </a:lvl6pPr>
            <a:lvl7pPr lvl="6" rtl="0">
              <a:lnSpc>
                <a:spcPct val="100000"/>
              </a:lnSpc>
              <a:spcBef>
                <a:spcPts val="0"/>
              </a:spcBef>
              <a:spcAft>
                <a:spcPts val="0"/>
              </a:spcAft>
              <a:buClr>
                <a:schemeClr val="lt1"/>
              </a:buClr>
              <a:buSzPts val="1800"/>
              <a:buNone/>
              <a:defRPr sz="2400">
                <a:solidFill>
                  <a:schemeClr val="lt1"/>
                </a:solidFill>
              </a:defRPr>
            </a:lvl7pPr>
            <a:lvl8pPr lvl="7" rtl="0">
              <a:lnSpc>
                <a:spcPct val="100000"/>
              </a:lnSpc>
              <a:spcBef>
                <a:spcPts val="0"/>
              </a:spcBef>
              <a:spcAft>
                <a:spcPts val="0"/>
              </a:spcAft>
              <a:buClr>
                <a:schemeClr val="lt1"/>
              </a:buClr>
              <a:buSzPts val="1800"/>
              <a:buNone/>
              <a:defRPr sz="2400">
                <a:solidFill>
                  <a:schemeClr val="lt1"/>
                </a:solidFill>
              </a:defRPr>
            </a:lvl8pPr>
            <a:lvl9pPr lvl="8" rtl="0">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15" name="Google Shape;15;p2"/>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566933" y="554200"/>
            <a:ext cx="110624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566933" y="6320000"/>
            <a:ext cx="110624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541900" y="2409100"/>
            <a:ext cx="11062400" cy="2056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4800"/>
              <a:buNone/>
              <a:defRPr sz="6400">
                <a:solidFill>
                  <a:schemeClr val="lt1"/>
                </a:solidFill>
              </a:defRPr>
            </a:lvl2pPr>
            <a:lvl3pPr lvl="2" algn="ctr" rtl="0">
              <a:spcBef>
                <a:spcPts val="0"/>
              </a:spcBef>
              <a:spcAft>
                <a:spcPts val="0"/>
              </a:spcAft>
              <a:buClr>
                <a:schemeClr val="lt1"/>
              </a:buClr>
              <a:buSzPts val="4800"/>
              <a:buNone/>
              <a:defRPr sz="6400">
                <a:solidFill>
                  <a:schemeClr val="lt1"/>
                </a:solidFill>
              </a:defRPr>
            </a:lvl3pPr>
            <a:lvl4pPr lvl="3" algn="ctr" rtl="0">
              <a:spcBef>
                <a:spcPts val="0"/>
              </a:spcBef>
              <a:spcAft>
                <a:spcPts val="0"/>
              </a:spcAft>
              <a:buClr>
                <a:schemeClr val="lt1"/>
              </a:buClr>
              <a:buSzPts val="4800"/>
              <a:buNone/>
              <a:defRPr sz="6400">
                <a:solidFill>
                  <a:schemeClr val="lt1"/>
                </a:solidFill>
              </a:defRPr>
            </a:lvl4pPr>
            <a:lvl5pPr lvl="4" algn="ctr" rtl="0">
              <a:spcBef>
                <a:spcPts val="0"/>
              </a:spcBef>
              <a:spcAft>
                <a:spcPts val="0"/>
              </a:spcAft>
              <a:buClr>
                <a:schemeClr val="lt1"/>
              </a:buClr>
              <a:buSzPts val="4800"/>
              <a:buNone/>
              <a:defRPr sz="6400">
                <a:solidFill>
                  <a:schemeClr val="lt1"/>
                </a:solidFill>
              </a:defRPr>
            </a:lvl5pPr>
            <a:lvl6pPr lvl="5" algn="ctr" rtl="0">
              <a:spcBef>
                <a:spcPts val="0"/>
              </a:spcBef>
              <a:spcAft>
                <a:spcPts val="0"/>
              </a:spcAft>
              <a:buClr>
                <a:schemeClr val="lt1"/>
              </a:buClr>
              <a:buSzPts val="4800"/>
              <a:buNone/>
              <a:defRPr sz="6400">
                <a:solidFill>
                  <a:schemeClr val="lt1"/>
                </a:solidFill>
              </a:defRPr>
            </a:lvl6pPr>
            <a:lvl7pPr lvl="6" algn="ctr" rtl="0">
              <a:spcBef>
                <a:spcPts val="0"/>
              </a:spcBef>
              <a:spcAft>
                <a:spcPts val="0"/>
              </a:spcAft>
              <a:buClr>
                <a:schemeClr val="lt1"/>
              </a:buClr>
              <a:buSzPts val="4800"/>
              <a:buNone/>
              <a:defRPr sz="6400">
                <a:solidFill>
                  <a:schemeClr val="lt1"/>
                </a:solidFill>
              </a:defRPr>
            </a:lvl7pPr>
            <a:lvl8pPr lvl="7" algn="ctr" rtl="0">
              <a:spcBef>
                <a:spcPts val="0"/>
              </a:spcBef>
              <a:spcAft>
                <a:spcPts val="0"/>
              </a:spcAft>
              <a:buClr>
                <a:schemeClr val="lt1"/>
              </a:buClr>
              <a:buSzPts val="4800"/>
              <a:buNone/>
              <a:defRPr sz="6400">
                <a:solidFill>
                  <a:schemeClr val="lt1"/>
                </a:solidFill>
              </a:defRPr>
            </a:lvl8pPr>
            <a:lvl9pPr lvl="8" algn="ctr" rtl="0">
              <a:spcBef>
                <a:spcPts val="0"/>
              </a:spcBef>
              <a:spcAft>
                <a:spcPts val="0"/>
              </a:spcAft>
              <a:buClr>
                <a:schemeClr val="lt1"/>
              </a:buClr>
              <a:buSzPts val="4800"/>
              <a:buNone/>
              <a:defRPr sz="6400">
                <a:solidFill>
                  <a:schemeClr val="lt1"/>
                </a:solidFill>
              </a:defRPr>
            </a:lvl9pPr>
          </a:lstStyle>
          <a:p>
            <a:endParaRPr/>
          </a:p>
        </p:txBody>
      </p:sp>
      <p:sp>
        <p:nvSpPr>
          <p:cNvPr id="20" name="Google Shape;20;p3"/>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cxnSp>
        <p:nvCxnSpPr>
          <p:cNvPr id="22" name="Google Shape;22;p4"/>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3213483" y="2127701"/>
            <a:ext cx="8428800" cy="4003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ts val="2135"/>
              </a:spcBef>
              <a:spcAft>
                <a:spcPts val="0"/>
              </a:spcAft>
              <a:buSzPts val="1400"/>
              <a:buChar char="○"/>
              <a:defRPr/>
            </a:lvl2pPr>
            <a:lvl3pPr marL="1828800" lvl="2" indent="-423545" rtl="0">
              <a:spcBef>
                <a:spcPts val="2135"/>
              </a:spcBef>
              <a:spcAft>
                <a:spcPts val="0"/>
              </a:spcAft>
              <a:buSzPts val="1400"/>
              <a:buChar char="■"/>
              <a:defRPr/>
            </a:lvl3pPr>
            <a:lvl4pPr marL="2438400" lvl="3" indent="-423545" rtl="0">
              <a:spcBef>
                <a:spcPts val="2135"/>
              </a:spcBef>
              <a:spcAft>
                <a:spcPts val="0"/>
              </a:spcAft>
              <a:buSzPts val="1400"/>
              <a:buChar char="●"/>
              <a:defRPr/>
            </a:lvl4pPr>
            <a:lvl5pPr marL="3048000" lvl="4" indent="-423545" rtl="0">
              <a:spcBef>
                <a:spcPts val="2135"/>
              </a:spcBef>
              <a:spcAft>
                <a:spcPts val="0"/>
              </a:spcAft>
              <a:buSzPts val="1400"/>
              <a:buChar char="○"/>
              <a:defRPr/>
            </a:lvl5pPr>
            <a:lvl6pPr marL="3657600" lvl="5" indent="-423545" rtl="0">
              <a:spcBef>
                <a:spcPts val="2135"/>
              </a:spcBef>
              <a:spcAft>
                <a:spcPts val="0"/>
              </a:spcAft>
              <a:buSzPts val="1400"/>
              <a:buChar char="■"/>
              <a:defRPr/>
            </a:lvl6pPr>
            <a:lvl7pPr marL="4267200" lvl="6" indent="-423545" rtl="0">
              <a:spcBef>
                <a:spcPts val="2135"/>
              </a:spcBef>
              <a:spcAft>
                <a:spcPts val="0"/>
              </a:spcAft>
              <a:buSzPts val="1400"/>
              <a:buChar char="●"/>
              <a:defRPr/>
            </a:lvl7pPr>
            <a:lvl8pPr marL="4876800" lvl="7" indent="-423545" rtl="0">
              <a:spcBef>
                <a:spcPts val="2135"/>
              </a:spcBef>
              <a:spcAft>
                <a:spcPts val="0"/>
              </a:spcAft>
              <a:buSzPts val="1400"/>
              <a:buChar char="○"/>
              <a:defRPr/>
            </a:lvl8pPr>
            <a:lvl9pPr marL="5486400" lvl="8" indent="-423545" rtl="0">
              <a:spcBef>
                <a:spcPts val="2135"/>
              </a:spcBef>
              <a:spcAft>
                <a:spcPts val="2135"/>
              </a:spcAft>
              <a:buSzPts val="1400"/>
              <a:buChar char="■"/>
              <a:defRPr/>
            </a:lvl9pPr>
          </a:lstStyle>
          <a:p>
            <a:endParaRPr/>
          </a:p>
        </p:txBody>
      </p:sp>
      <p:sp>
        <p:nvSpPr>
          <p:cNvPr id="27" name="Google Shape;27;p4"/>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cxnSp>
        <p:nvCxnSpPr>
          <p:cNvPr id="29" name="Google Shape;29;p5"/>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3200404" y="2136900"/>
            <a:ext cx="4095200" cy="4003200"/>
          </a:xfrm>
          <a:prstGeom prst="rect">
            <a:avLst/>
          </a:prstGeom>
        </p:spPr>
        <p:txBody>
          <a:bodyPr spcFirstLastPara="1" wrap="square" lIns="91425" tIns="91425" rIns="91425" bIns="91425" anchor="t" anchorCtr="0">
            <a:noAutofit/>
          </a:bodyPr>
          <a:lstStyle>
            <a:lvl1pPr marL="609600" lvl="0" indent="-423545" rtl="0">
              <a:spcBef>
                <a:spcPts val="0"/>
              </a:spcBef>
              <a:spcAft>
                <a:spcPts val="0"/>
              </a:spcAft>
              <a:buSzPts val="1400"/>
              <a:buChar char="●"/>
              <a:defRPr sz="1865"/>
            </a:lvl1pPr>
            <a:lvl2pPr marL="1219200" lvl="1" indent="-406400" rtl="0">
              <a:spcBef>
                <a:spcPts val="2135"/>
              </a:spcBef>
              <a:spcAft>
                <a:spcPts val="0"/>
              </a:spcAft>
              <a:buSzPts val="1200"/>
              <a:buChar char="○"/>
              <a:defRPr sz="1600"/>
            </a:lvl2pPr>
            <a:lvl3pPr marL="1828800" lvl="2" indent="-406400" rtl="0">
              <a:spcBef>
                <a:spcPts val="2135"/>
              </a:spcBef>
              <a:spcAft>
                <a:spcPts val="0"/>
              </a:spcAft>
              <a:buSzPts val="1200"/>
              <a:buChar char="■"/>
              <a:defRPr sz="1600"/>
            </a:lvl3pPr>
            <a:lvl4pPr marL="2438400" lvl="3" indent="-406400" rtl="0">
              <a:spcBef>
                <a:spcPts val="2135"/>
              </a:spcBef>
              <a:spcAft>
                <a:spcPts val="0"/>
              </a:spcAft>
              <a:buSzPts val="1200"/>
              <a:buChar char="●"/>
              <a:defRPr sz="1600"/>
            </a:lvl4pPr>
            <a:lvl5pPr marL="3048000" lvl="4" indent="-406400" rtl="0">
              <a:spcBef>
                <a:spcPts val="2135"/>
              </a:spcBef>
              <a:spcAft>
                <a:spcPts val="0"/>
              </a:spcAft>
              <a:buSzPts val="1200"/>
              <a:buChar char="○"/>
              <a:defRPr sz="1600"/>
            </a:lvl5pPr>
            <a:lvl6pPr marL="3657600" lvl="5" indent="-406400" rtl="0">
              <a:spcBef>
                <a:spcPts val="2135"/>
              </a:spcBef>
              <a:spcAft>
                <a:spcPts val="0"/>
              </a:spcAft>
              <a:buSzPts val="1200"/>
              <a:buChar char="■"/>
              <a:defRPr sz="1600"/>
            </a:lvl6pPr>
            <a:lvl7pPr marL="4267200" lvl="6" indent="-406400" rtl="0">
              <a:spcBef>
                <a:spcPts val="2135"/>
              </a:spcBef>
              <a:spcAft>
                <a:spcPts val="0"/>
              </a:spcAft>
              <a:buSzPts val="1200"/>
              <a:buChar char="●"/>
              <a:defRPr sz="1600"/>
            </a:lvl7pPr>
            <a:lvl8pPr marL="4876800" lvl="7" indent="-406400" rtl="0">
              <a:spcBef>
                <a:spcPts val="2135"/>
              </a:spcBef>
              <a:spcAft>
                <a:spcPts val="0"/>
              </a:spcAft>
              <a:buSzPts val="1200"/>
              <a:buChar char="○"/>
              <a:defRPr sz="1600"/>
            </a:lvl8pPr>
            <a:lvl9pPr marL="5486400" lvl="8" indent="-406400" rtl="0">
              <a:spcBef>
                <a:spcPts val="2135"/>
              </a:spcBef>
              <a:spcAft>
                <a:spcPts val="2135"/>
              </a:spcAft>
              <a:buSzPts val="1200"/>
              <a:buChar char="■"/>
              <a:defRPr sz="1600"/>
            </a:lvl9pPr>
          </a:lstStyle>
          <a:p>
            <a:endParaRPr/>
          </a:p>
        </p:txBody>
      </p:sp>
      <p:sp>
        <p:nvSpPr>
          <p:cNvPr id="34" name="Google Shape;34;p5"/>
          <p:cNvSpPr txBox="1">
            <a:spLocks noGrp="1"/>
          </p:cNvSpPr>
          <p:nvPr>
            <p:ph type="body" idx="2"/>
          </p:nvPr>
        </p:nvSpPr>
        <p:spPr>
          <a:xfrm>
            <a:off x="7534096" y="2136900"/>
            <a:ext cx="4095200" cy="4003200"/>
          </a:xfrm>
          <a:prstGeom prst="rect">
            <a:avLst/>
          </a:prstGeom>
        </p:spPr>
        <p:txBody>
          <a:bodyPr spcFirstLastPara="1" wrap="square" lIns="91425" tIns="91425" rIns="91425" bIns="91425" anchor="t" anchorCtr="0">
            <a:noAutofit/>
          </a:bodyPr>
          <a:lstStyle>
            <a:lvl1pPr marL="609600" lvl="0" indent="-423545" rtl="0">
              <a:spcBef>
                <a:spcPts val="0"/>
              </a:spcBef>
              <a:spcAft>
                <a:spcPts val="0"/>
              </a:spcAft>
              <a:buSzPts val="1400"/>
              <a:buChar char="●"/>
              <a:defRPr sz="1865"/>
            </a:lvl1pPr>
            <a:lvl2pPr marL="1219200" lvl="1" indent="-406400" rtl="0">
              <a:spcBef>
                <a:spcPts val="2135"/>
              </a:spcBef>
              <a:spcAft>
                <a:spcPts val="0"/>
              </a:spcAft>
              <a:buSzPts val="1200"/>
              <a:buChar char="○"/>
              <a:defRPr sz="1600"/>
            </a:lvl2pPr>
            <a:lvl3pPr marL="1828800" lvl="2" indent="-406400" rtl="0">
              <a:spcBef>
                <a:spcPts val="2135"/>
              </a:spcBef>
              <a:spcAft>
                <a:spcPts val="0"/>
              </a:spcAft>
              <a:buSzPts val="1200"/>
              <a:buChar char="■"/>
              <a:defRPr sz="1600"/>
            </a:lvl3pPr>
            <a:lvl4pPr marL="2438400" lvl="3" indent="-406400" rtl="0">
              <a:spcBef>
                <a:spcPts val="2135"/>
              </a:spcBef>
              <a:spcAft>
                <a:spcPts val="0"/>
              </a:spcAft>
              <a:buSzPts val="1200"/>
              <a:buChar char="●"/>
              <a:defRPr sz="1600"/>
            </a:lvl4pPr>
            <a:lvl5pPr marL="3048000" lvl="4" indent="-406400" rtl="0">
              <a:spcBef>
                <a:spcPts val="2135"/>
              </a:spcBef>
              <a:spcAft>
                <a:spcPts val="0"/>
              </a:spcAft>
              <a:buSzPts val="1200"/>
              <a:buChar char="○"/>
              <a:defRPr sz="1600"/>
            </a:lvl5pPr>
            <a:lvl6pPr marL="3657600" lvl="5" indent="-406400" rtl="0">
              <a:spcBef>
                <a:spcPts val="2135"/>
              </a:spcBef>
              <a:spcAft>
                <a:spcPts val="0"/>
              </a:spcAft>
              <a:buSzPts val="1200"/>
              <a:buChar char="■"/>
              <a:defRPr sz="1600"/>
            </a:lvl6pPr>
            <a:lvl7pPr marL="4267200" lvl="6" indent="-406400" rtl="0">
              <a:spcBef>
                <a:spcPts val="2135"/>
              </a:spcBef>
              <a:spcAft>
                <a:spcPts val="0"/>
              </a:spcAft>
              <a:buSzPts val="1200"/>
              <a:buChar char="●"/>
              <a:defRPr sz="1600"/>
            </a:lvl7pPr>
            <a:lvl8pPr marL="4876800" lvl="7" indent="-406400" rtl="0">
              <a:spcBef>
                <a:spcPts val="2135"/>
              </a:spcBef>
              <a:spcAft>
                <a:spcPts val="0"/>
              </a:spcAft>
              <a:buSzPts val="1200"/>
              <a:buChar char="○"/>
              <a:defRPr sz="1600"/>
            </a:lvl8pPr>
            <a:lvl9pPr marL="5486400" lvl="8" indent="-406400" rtl="0">
              <a:spcBef>
                <a:spcPts val="2135"/>
              </a:spcBef>
              <a:spcAft>
                <a:spcPts val="2135"/>
              </a:spcAft>
              <a:buSzPts val="1200"/>
              <a:buChar char="■"/>
              <a:defRPr sz="1600"/>
            </a:lvl9pPr>
          </a:lstStyle>
          <a:p>
            <a:endParaRPr/>
          </a:p>
        </p:txBody>
      </p:sp>
      <p:sp>
        <p:nvSpPr>
          <p:cNvPr id="35" name="Google Shape;35;p5"/>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04400" y="548767"/>
            <a:ext cx="11360800" cy="852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Font typeface="Nunito"/>
              <a:buNone/>
              <a:defRPr b="0">
                <a:latin typeface="Nunito"/>
                <a:ea typeface="Nunito"/>
                <a:cs typeface="Nunito"/>
                <a:sym typeface="Nunito"/>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cxnSp>
        <p:nvCxnSpPr>
          <p:cNvPr id="40" name="Google Shape;40;p7"/>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426000" y="1248800"/>
            <a:ext cx="3744000" cy="100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2" name="Google Shape;42;p7"/>
          <p:cNvSpPr txBox="1">
            <a:spLocks noGrp="1"/>
          </p:cNvSpPr>
          <p:nvPr>
            <p:ph type="body" idx="1"/>
          </p:nvPr>
        </p:nvSpPr>
        <p:spPr>
          <a:xfrm>
            <a:off x="426000" y="2462405"/>
            <a:ext cx="3744000" cy="3741600"/>
          </a:xfrm>
          <a:prstGeom prst="rect">
            <a:avLst/>
          </a:prstGeom>
        </p:spPr>
        <p:txBody>
          <a:bodyPr spcFirstLastPara="1" wrap="square" lIns="91425" tIns="91425" rIns="91425" bIns="91425" anchor="t" anchorCtr="0">
            <a:noAutofit/>
          </a:bodyPr>
          <a:lstStyle>
            <a:lvl1pPr marL="609600" lvl="0" indent="-406400" rtl="0">
              <a:spcBef>
                <a:spcPts val="0"/>
              </a:spcBef>
              <a:spcAft>
                <a:spcPts val="0"/>
              </a:spcAft>
              <a:buSzPts val="1200"/>
              <a:buChar char="●"/>
              <a:defRPr sz="1600"/>
            </a:lvl1pPr>
            <a:lvl2pPr marL="1219200" lvl="1" indent="-406400" rtl="0">
              <a:spcBef>
                <a:spcPts val="2135"/>
              </a:spcBef>
              <a:spcAft>
                <a:spcPts val="0"/>
              </a:spcAft>
              <a:buSzPts val="1200"/>
              <a:buChar char="○"/>
              <a:defRPr sz="1600"/>
            </a:lvl2pPr>
            <a:lvl3pPr marL="1828800" lvl="2" indent="-406400" rtl="0">
              <a:spcBef>
                <a:spcPts val="2135"/>
              </a:spcBef>
              <a:spcAft>
                <a:spcPts val="0"/>
              </a:spcAft>
              <a:buSzPts val="1200"/>
              <a:buChar char="■"/>
              <a:defRPr sz="1600"/>
            </a:lvl3pPr>
            <a:lvl4pPr marL="2438400" lvl="3" indent="-406400" rtl="0">
              <a:spcBef>
                <a:spcPts val="2135"/>
              </a:spcBef>
              <a:spcAft>
                <a:spcPts val="0"/>
              </a:spcAft>
              <a:buSzPts val="1200"/>
              <a:buChar char="●"/>
              <a:defRPr sz="1600"/>
            </a:lvl4pPr>
            <a:lvl5pPr marL="3048000" lvl="4" indent="-406400" rtl="0">
              <a:spcBef>
                <a:spcPts val="2135"/>
              </a:spcBef>
              <a:spcAft>
                <a:spcPts val="0"/>
              </a:spcAft>
              <a:buSzPts val="1200"/>
              <a:buChar char="○"/>
              <a:defRPr sz="1600"/>
            </a:lvl5pPr>
            <a:lvl6pPr marL="3657600" lvl="5" indent="-406400" rtl="0">
              <a:spcBef>
                <a:spcPts val="2135"/>
              </a:spcBef>
              <a:spcAft>
                <a:spcPts val="0"/>
              </a:spcAft>
              <a:buSzPts val="1200"/>
              <a:buChar char="■"/>
              <a:defRPr sz="1600"/>
            </a:lvl6pPr>
            <a:lvl7pPr marL="4267200" lvl="6" indent="-406400" rtl="0">
              <a:spcBef>
                <a:spcPts val="2135"/>
              </a:spcBef>
              <a:spcAft>
                <a:spcPts val="0"/>
              </a:spcAft>
              <a:buSzPts val="1200"/>
              <a:buChar char="●"/>
              <a:defRPr sz="1600"/>
            </a:lvl7pPr>
            <a:lvl8pPr marL="4876800" lvl="7" indent="-406400" rtl="0">
              <a:spcBef>
                <a:spcPts val="2135"/>
              </a:spcBef>
              <a:spcAft>
                <a:spcPts val="0"/>
              </a:spcAft>
              <a:buSzPts val="1200"/>
              <a:buChar char="○"/>
              <a:defRPr sz="1600"/>
            </a:lvl8pPr>
            <a:lvl9pPr marL="5486400" lvl="8" indent="-406400" rtl="0">
              <a:spcBef>
                <a:spcPts val="2135"/>
              </a:spcBef>
              <a:spcAft>
                <a:spcPts val="2135"/>
              </a:spcAft>
              <a:buSzPts val="1200"/>
              <a:buChar char="■"/>
              <a:defRPr sz="1600"/>
            </a:lvl9pPr>
          </a:lstStyle>
          <a:p>
            <a:endParaRPr/>
          </a:p>
        </p:txBody>
      </p:sp>
      <p:sp>
        <p:nvSpPr>
          <p:cNvPr id="43" name="Google Shape;43;p7"/>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377471" y="949521"/>
            <a:ext cx="8325600" cy="5114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
        <p:nvSpPr>
          <p:cNvPr id="47" name="Google Shape;47;p8"/>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8"/>
        <p:cNvGrpSpPr/>
        <p:nvPr/>
      </p:nvGrpSpPr>
      <p:grpSpPr>
        <a:xfrm>
          <a:off x="0" y="0"/>
          <a:ext cx="0" cy="0"/>
          <a:chOff x="0" y="0"/>
          <a:chExt cx="0" cy="0"/>
        </a:xfrm>
      </p:grpSpPr>
      <p:sp>
        <p:nvSpPr>
          <p:cNvPr id="49" name="Google Shape;49;p9"/>
          <p:cNvSpPr/>
          <p:nvPr/>
        </p:nvSpPr>
        <p:spPr>
          <a:xfrm>
            <a:off x="609600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defTabSz="12192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865"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cxnSp>
        <p:nvCxnSpPr>
          <p:cNvPr id="50" name="Google Shape;50;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354000" y="1863133"/>
            <a:ext cx="5393600" cy="1757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3600"/>
              <a:buNone/>
              <a:defRPr sz="4800">
                <a:solidFill>
                  <a:schemeClr val="dk1"/>
                </a:solidFill>
              </a:defRPr>
            </a:lvl1pPr>
            <a:lvl2pPr lvl="1" algn="ctr" rtl="0">
              <a:spcBef>
                <a:spcPts val="0"/>
              </a:spcBef>
              <a:spcAft>
                <a:spcPts val="0"/>
              </a:spcAft>
              <a:buClr>
                <a:schemeClr val="dk1"/>
              </a:buClr>
              <a:buSzPts val="3600"/>
              <a:buNone/>
              <a:defRPr sz="4800">
                <a:solidFill>
                  <a:schemeClr val="dk1"/>
                </a:solidFill>
              </a:defRPr>
            </a:lvl2pPr>
            <a:lvl3pPr lvl="2" algn="ctr" rtl="0">
              <a:spcBef>
                <a:spcPts val="0"/>
              </a:spcBef>
              <a:spcAft>
                <a:spcPts val="0"/>
              </a:spcAft>
              <a:buClr>
                <a:schemeClr val="dk1"/>
              </a:buClr>
              <a:buSzPts val="3600"/>
              <a:buNone/>
              <a:defRPr sz="4800">
                <a:solidFill>
                  <a:schemeClr val="dk1"/>
                </a:solidFill>
              </a:defRPr>
            </a:lvl3pPr>
            <a:lvl4pPr lvl="3" algn="ctr" rtl="0">
              <a:spcBef>
                <a:spcPts val="0"/>
              </a:spcBef>
              <a:spcAft>
                <a:spcPts val="0"/>
              </a:spcAft>
              <a:buClr>
                <a:schemeClr val="dk1"/>
              </a:buClr>
              <a:buSzPts val="3600"/>
              <a:buNone/>
              <a:defRPr sz="4800">
                <a:solidFill>
                  <a:schemeClr val="dk1"/>
                </a:solidFill>
              </a:defRPr>
            </a:lvl4pPr>
            <a:lvl5pPr lvl="4" algn="ctr" rtl="0">
              <a:spcBef>
                <a:spcPts val="0"/>
              </a:spcBef>
              <a:spcAft>
                <a:spcPts val="0"/>
              </a:spcAft>
              <a:buClr>
                <a:schemeClr val="dk1"/>
              </a:buClr>
              <a:buSzPts val="3600"/>
              <a:buNone/>
              <a:defRPr sz="4800">
                <a:solidFill>
                  <a:schemeClr val="dk1"/>
                </a:solidFill>
              </a:defRPr>
            </a:lvl5pPr>
            <a:lvl6pPr lvl="5" algn="ctr" rtl="0">
              <a:spcBef>
                <a:spcPts val="0"/>
              </a:spcBef>
              <a:spcAft>
                <a:spcPts val="0"/>
              </a:spcAft>
              <a:buClr>
                <a:schemeClr val="dk1"/>
              </a:buClr>
              <a:buSzPts val="3600"/>
              <a:buNone/>
              <a:defRPr sz="4800">
                <a:solidFill>
                  <a:schemeClr val="dk1"/>
                </a:solidFill>
              </a:defRPr>
            </a:lvl6pPr>
            <a:lvl7pPr lvl="6" algn="ctr" rtl="0">
              <a:spcBef>
                <a:spcPts val="0"/>
              </a:spcBef>
              <a:spcAft>
                <a:spcPts val="0"/>
              </a:spcAft>
              <a:buClr>
                <a:schemeClr val="dk1"/>
              </a:buClr>
              <a:buSzPts val="3600"/>
              <a:buNone/>
              <a:defRPr sz="4800">
                <a:solidFill>
                  <a:schemeClr val="dk1"/>
                </a:solidFill>
              </a:defRPr>
            </a:lvl7pPr>
            <a:lvl8pPr lvl="7" algn="ctr" rtl="0">
              <a:spcBef>
                <a:spcPts val="0"/>
              </a:spcBef>
              <a:spcAft>
                <a:spcPts val="0"/>
              </a:spcAft>
              <a:buClr>
                <a:schemeClr val="dk1"/>
              </a:buClr>
              <a:buSzPts val="3600"/>
              <a:buNone/>
              <a:defRPr sz="4800">
                <a:solidFill>
                  <a:schemeClr val="dk1"/>
                </a:solidFill>
              </a:defRPr>
            </a:lvl8pPr>
            <a:lvl9pPr lvl="8" algn="ctr" rtl="0">
              <a:spcBef>
                <a:spcPts val="0"/>
              </a:spcBef>
              <a:spcAft>
                <a:spcPts val="0"/>
              </a:spcAft>
              <a:buClr>
                <a:schemeClr val="dk1"/>
              </a:buClr>
              <a:buSzPts val="3600"/>
              <a:buNone/>
              <a:defRPr sz="4800">
                <a:solidFill>
                  <a:schemeClr val="dk1"/>
                </a:solidFill>
              </a:defRPr>
            </a:lvl9pPr>
          </a:lstStyle>
          <a:p>
            <a:endParaRPr/>
          </a:p>
        </p:txBody>
      </p:sp>
      <p:sp>
        <p:nvSpPr>
          <p:cNvPr id="52" name="Google Shape;52;p9"/>
          <p:cNvSpPr txBox="1">
            <a:spLocks noGrp="1"/>
          </p:cNvSpPr>
          <p:nvPr>
            <p:ph type="subTitle" idx="1"/>
          </p:nvPr>
        </p:nvSpPr>
        <p:spPr>
          <a:xfrm>
            <a:off x="354000" y="364716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53" name="Google Shape;53;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ts val="2135"/>
              </a:spcBef>
              <a:spcAft>
                <a:spcPts val="0"/>
              </a:spcAft>
              <a:buClr>
                <a:schemeClr val="lt1"/>
              </a:buClr>
              <a:buSzPts val="1400"/>
              <a:buChar char="○"/>
              <a:defRPr>
                <a:solidFill>
                  <a:schemeClr val="lt1"/>
                </a:solidFill>
              </a:defRPr>
            </a:lvl2pPr>
            <a:lvl3pPr marL="1828800" lvl="2" indent="-423545" rtl="0">
              <a:spcBef>
                <a:spcPts val="2135"/>
              </a:spcBef>
              <a:spcAft>
                <a:spcPts val="0"/>
              </a:spcAft>
              <a:buClr>
                <a:schemeClr val="lt1"/>
              </a:buClr>
              <a:buSzPts val="1400"/>
              <a:buChar char="■"/>
              <a:defRPr>
                <a:solidFill>
                  <a:schemeClr val="lt1"/>
                </a:solidFill>
              </a:defRPr>
            </a:lvl3pPr>
            <a:lvl4pPr marL="2438400" lvl="3" indent="-423545" rtl="0">
              <a:spcBef>
                <a:spcPts val="2135"/>
              </a:spcBef>
              <a:spcAft>
                <a:spcPts val="0"/>
              </a:spcAft>
              <a:buClr>
                <a:schemeClr val="lt1"/>
              </a:buClr>
              <a:buSzPts val="1400"/>
              <a:buChar char="●"/>
              <a:defRPr>
                <a:solidFill>
                  <a:schemeClr val="lt1"/>
                </a:solidFill>
              </a:defRPr>
            </a:lvl4pPr>
            <a:lvl5pPr marL="3048000" lvl="4" indent="-423545" rtl="0">
              <a:spcBef>
                <a:spcPts val="2135"/>
              </a:spcBef>
              <a:spcAft>
                <a:spcPts val="0"/>
              </a:spcAft>
              <a:buClr>
                <a:schemeClr val="lt1"/>
              </a:buClr>
              <a:buSzPts val="1400"/>
              <a:buChar char="○"/>
              <a:defRPr>
                <a:solidFill>
                  <a:schemeClr val="lt1"/>
                </a:solidFill>
              </a:defRPr>
            </a:lvl5pPr>
            <a:lvl6pPr marL="3657600" lvl="5" indent="-423545" rtl="0">
              <a:spcBef>
                <a:spcPts val="2135"/>
              </a:spcBef>
              <a:spcAft>
                <a:spcPts val="0"/>
              </a:spcAft>
              <a:buClr>
                <a:schemeClr val="lt1"/>
              </a:buClr>
              <a:buSzPts val="1400"/>
              <a:buChar char="■"/>
              <a:defRPr>
                <a:solidFill>
                  <a:schemeClr val="lt1"/>
                </a:solidFill>
              </a:defRPr>
            </a:lvl6pPr>
            <a:lvl7pPr marL="4267200" lvl="6" indent="-423545" rtl="0">
              <a:spcBef>
                <a:spcPts val="2135"/>
              </a:spcBef>
              <a:spcAft>
                <a:spcPts val="0"/>
              </a:spcAft>
              <a:buClr>
                <a:schemeClr val="lt1"/>
              </a:buClr>
              <a:buSzPts val="1400"/>
              <a:buChar char="●"/>
              <a:defRPr>
                <a:solidFill>
                  <a:schemeClr val="lt1"/>
                </a:solidFill>
              </a:defRPr>
            </a:lvl7pPr>
            <a:lvl8pPr marL="4876800" lvl="7" indent="-423545" rtl="0">
              <a:spcBef>
                <a:spcPts val="2135"/>
              </a:spcBef>
              <a:spcAft>
                <a:spcPts val="0"/>
              </a:spcAft>
              <a:buClr>
                <a:schemeClr val="lt1"/>
              </a:buClr>
              <a:buSzPts val="1400"/>
              <a:buChar char="○"/>
              <a:defRPr>
                <a:solidFill>
                  <a:schemeClr val="lt1"/>
                </a:solidFill>
              </a:defRPr>
            </a:lvl8pPr>
            <a:lvl9pPr marL="5486400" lvl="8" indent="-423545" rtl="0">
              <a:spcBef>
                <a:spcPts val="2135"/>
              </a:spcBef>
              <a:spcAft>
                <a:spcPts val="2135"/>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defTabSz="1219200">
              <a:buClr>
                <a:srgbClr val="000000"/>
              </a:buClr>
            </a:pPr>
            <a:fld id="{00000000-1234-1234-1234-123412341234}" type="slidenum">
              <a:rPr lang="en-GB" kern="0" smtClean="0">
                <a:solidFill>
                  <a:srgbClr val="FFFFFF"/>
                </a:solidFill>
              </a:rPr>
              <a:t>‹#›</a:t>
            </a:fld>
            <a:endParaRPr lang="en-GB" kern="0">
              <a:solidFill>
                <a:srgbClr val="FFFFFF"/>
              </a:solidFill>
            </a:endParaRPr>
          </a:p>
        </p:txBody>
      </p:sp>
    </p:spTree>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5"/>
        <p:cNvGrpSpPr/>
        <p:nvPr/>
      </p:nvGrpSpPr>
      <p:grpSpPr>
        <a:xfrm>
          <a:off x="0" y="0"/>
          <a:ext cx="0" cy="0"/>
          <a:chOff x="0" y="0"/>
          <a:chExt cx="0" cy="0"/>
        </a:xfrm>
      </p:grpSpPr>
      <p:cxnSp>
        <p:nvCxnSpPr>
          <p:cNvPr id="56" name="Google Shape;56;p10"/>
          <p:cNvCxnSpPr/>
          <p:nvPr/>
        </p:nvCxnSpPr>
        <p:spPr>
          <a:xfrm>
            <a:off x="566933" y="6320000"/>
            <a:ext cx="110624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437356" y="5634700"/>
            <a:ext cx="11184800" cy="524800"/>
          </a:xfrm>
          <a:prstGeom prst="rect">
            <a:avLst/>
          </a:prstGeom>
        </p:spPr>
        <p:txBody>
          <a:bodyPr spcFirstLastPara="1" wrap="square" lIns="91425" tIns="91425" rIns="91425" bIns="91425" anchor="ctr" anchorCtr="0">
            <a:noAutofit/>
          </a:bodyPr>
          <a:lstStyle>
            <a:lvl1pPr marL="609600" lvl="0" indent="-304800" rtl="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0"/>
        <p:cNvGrpSpPr/>
        <p:nvPr/>
      </p:nvGrpSpPr>
      <p:grpSpPr>
        <a:xfrm>
          <a:off x="0" y="0"/>
          <a:ext cx="0" cy="0"/>
          <a:chOff x="0" y="0"/>
          <a:chExt cx="0" cy="0"/>
        </a:xfrm>
      </p:grpSpPr>
      <p:cxnSp>
        <p:nvCxnSpPr>
          <p:cNvPr id="61" name="Google Shape;61;p11"/>
          <p:cNvCxnSpPr/>
          <p:nvPr/>
        </p:nvCxnSpPr>
        <p:spPr>
          <a:xfrm>
            <a:off x="566933" y="6320000"/>
            <a:ext cx="110624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566933" y="554200"/>
            <a:ext cx="110624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1138600" y="1739800"/>
            <a:ext cx="9914800" cy="2051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1pPr>
            <a:lvl2pPr lvl="1"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2pPr>
            <a:lvl3pPr lvl="2"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3pPr>
            <a:lvl4pPr lvl="3"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4pPr>
            <a:lvl5pPr lvl="4"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5pPr>
            <a:lvl6pPr lvl="5"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6pPr>
            <a:lvl7pPr lvl="6"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7pPr>
            <a:lvl8pPr lvl="7"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8pPr>
            <a:lvl9pPr lvl="8" algn="ctr" rtl="0">
              <a:spcBef>
                <a:spcPts val="0"/>
              </a:spcBef>
              <a:spcAft>
                <a:spcPts val="0"/>
              </a:spcAft>
              <a:buClr>
                <a:schemeClr val="dk1"/>
              </a:buClr>
              <a:buSzPts val="9600"/>
              <a:buFont typeface="Lato"/>
              <a:buNone/>
              <a:defRPr sz="128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1138600" y="3892600"/>
            <a:ext cx="9914800" cy="1428800"/>
          </a:xfrm>
          <a:prstGeom prst="rect">
            <a:avLst/>
          </a:prstGeom>
        </p:spPr>
        <p:txBody>
          <a:bodyPr spcFirstLastPara="1" wrap="square" lIns="91425" tIns="91425" rIns="91425" bIns="91425" anchor="t" anchorCtr="0">
            <a:noAutofit/>
          </a:bodyPr>
          <a:lstStyle>
            <a:lvl1pPr marL="609600" lvl="0" indent="-457200" algn="ctr" rtl="0">
              <a:spcBef>
                <a:spcPts val="0"/>
              </a:spcBef>
              <a:spcAft>
                <a:spcPts val="0"/>
              </a:spcAft>
              <a:buSzPts val="1800"/>
              <a:buChar char="●"/>
              <a:defRPr/>
            </a:lvl1pPr>
            <a:lvl2pPr marL="1219200" lvl="1" indent="-423545" algn="ctr" rtl="0">
              <a:spcBef>
                <a:spcPts val="2135"/>
              </a:spcBef>
              <a:spcAft>
                <a:spcPts val="0"/>
              </a:spcAft>
              <a:buSzPts val="1400"/>
              <a:buChar char="○"/>
              <a:defRPr/>
            </a:lvl2pPr>
            <a:lvl3pPr marL="1828800" lvl="2" indent="-423545" algn="ctr" rtl="0">
              <a:spcBef>
                <a:spcPts val="2135"/>
              </a:spcBef>
              <a:spcAft>
                <a:spcPts val="0"/>
              </a:spcAft>
              <a:buSzPts val="1400"/>
              <a:buChar char="■"/>
              <a:defRPr/>
            </a:lvl3pPr>
            <a:lvl4pPr marL="2438400" lvl="3" indent="-423545" algn="ctr" rtl="0">
              <a:spcBef>
                <a:spcPts val="2135"/>
              </a:spcBef>
              <a:spcAft>
                <a:spcPts val="0"/>
              </a:spcAft>
              <a:buSzPts val="1400"/>
              <a:buChar char="●"/>
              <a:defRPr/>
            </a:lvl4pPr>
            <a:lvl5pPr marL="3048000" lvl="4" indent="-423545" algn="ctr" rtl="0">
              <a:spcBef>
                <a:spcPts val="2135"/>
              </a:spcBef>
              <a:spcAft>
                <a:spcPts val="0"/>
              </a:spcAft>
              <a:buSzPts val="1400"/>
              <a:buChar char="○"/>
              <a:defRPr/>
            </a:lvl5pPr>
            <a:lvl6pPr marL="3657600" lvl="5" indent="-423545" algn="ctr" rtl="0">
              <a:spcBef>
                <a:spcPts val="2135"/>
              </a:spcBef>
              <a:spcAft>
                <a:spcPts val="0"/>
              </a:spcAft>
              <a:buSzPts val="1400"/>
              <a:buChar char="■"/>
              <a:defRPr/>
            </a:lvl6pPr>
            <a:lvl7pPr marL="4267200" lvl="6" indent="-423545" algn="ctr" rtl="0">
              <a:spcBef>
                <a:spcPts val="2135"/>
              </a:spcBef>
              <a:spcAft>
                <a:spcPts val="0"/>
              </a:spcAft>
              <a:buSzPts val="1400"/>
              <a:buChar char="●"/>
              <a:defRPr/>
            </a:lvl7pPr>
            <a:lvl8pPr marL="4876800" lvl="7" indent="-423545" algn="ctr" rtl="0">
              <a:spcBef>
                <a:spcPts val="2135"/>
              </a:spcBef>
              <a:spcAft>
                <a:spcPts val="0"/>
              </a:spcAft>
              <a:buSzPts val="1400"/>
              <a:buChar char="○"/>
              <a:defRPr/>
            </a:lvl8pPr>
            <a:lvl9pPr marL="5486400" lvl="8" indent="-423545" algn="ctr" rtl="0">
              <a:spcBef>
                <a:spcPts val="2135"/>
              </a:spcBef>
              <a:spcAft>
                <a:spcPts val="2135"/>
              </a:spcAft>
              <a:buSzPts val="1400"/>
              <a:buChar char="■"/>
              <a:defRPr/>
            </a:lvl9pPr>
          </a:lstStyle>
          <a:p>
            <a:endParaRPr/>
          </a:p>
        </p:txBody>
      </p:sp>
      <p:sp>
        <p:nvSpPr>
          <p:cNvPr id="65" name="Google Shape;65;p11"/>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3200A-EE99-4A1A-AC57-FA675B8F3BA0}" type="datetimeFigureOut">
              <a:rPr lang="en-US" smtClean="0"/>
              <a:t>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DABD8-B426-4A86-A3B0-C228B74E90F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00333" y="767933"/>
            <a:ext cx="8428800" cy="84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213483" y="2127701"/>
            <a:ext cx="8428800" cy="4003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lvl="0" algn="r" rtl="0">
              <a:buNone/>
              <a:defRPr sz="1335">
                <a:solidFill>
                  <a:schemeClr val="dk2"/>
                </a:solidFill>
                <a:latin typeface="Lato"/>
                <a:ea typeface="Lato"/>
                <a:cs typeface="Lato"/>
                <a:sym typeface="Lato"/>
              </a:defRPr>
            </a:lvl1pPr>
            <a:lvl2pPr lvl="1" algn="r" rtl="0">
              <a:buNone/>
              <a:defRPr sz="1335">
                <a:solidFill>
                  <a:schemeClr val="dk2"/>
                </a:solidFill>
                <a:latin typeface="Lato"/>
                <a:ea typeface="Lato"/>
                <a:cs typeface="Lato"/>
                <a:sym typeface="Lato"/>
              </a:defRPr>
            </a:lvl2pPr>
            <a:lvl3pPr lvl="2" algn="r" rtl="0">
              <a:buNone/>
              <a:defRPr sz="1335">
                <a:solidFill>
                  <a:schemeClr val="dk2"/>
                </a:solidFill>
                <a:latin typeface="Lato"/>
                <a:ea typeface="Lato"/>
                <a:cs typeface="Lato"/>
                <a:sym typeface="Lato"/>
              </a:defRPr>
            </a:lvl3pPr>
            <a:lvl4pPr lvl="3" algn="r" rtl="0">
              <a:buNone/>
              <a:defRPr sz="1335">
                <a:solidFill>
                  <a:schemeClr val="dk2"/>
                </a:solidFill>
                <a:latin typeface="Lato"/>
                <a:ea typeface="Lato"/>
                <a:cs typeface="Lato"/>
                <a:sym typeface="Lato"/>
              </a:defRPr>
            </a:lvl4pPr>
            <a:lvl5pPr lvl="4" algn="r" rtl="0">
              <a:buNone/>
              <a:defRPr sz="1335">
                <a:solidFill>
                  <a:schemeClr val="dk2"/>
                </a:solidFill>
                <a:latin typeface="Lato"/>
                <a:ea typeface="Lato"/>
                <a:cs typeface="Lato"/>
                <a:sym typeface="Lato"/>
              </a:defRPr>
            </a:lvl5pPr>
            <a:lvl6pPr lvl="5" algn="r" rtl="0">
              <a:buNone/>
              <a:defRPr sz="1335">
                <a:solidFill>
                  <a:schemeClr val="dk2"/>
                </a:solidFill>
                <a:latin typeface="Lato"/>
                <a:ea typeface="Lato"/>
                <a:cs typeface="Lato"/>
                <a:sym typeface="Lato"/>
              </a:defRPr>
            </a:lvl6pPr>
            <a:lvl7pPr lvl="6" algn="r" rtl="0">
              <a:buNone/>
              <a:defRPr sz="1335">
                <a:solidFill>
                  <a:schemeClr val="dk2"/>
                </a:solidFill>
                <a:latin typeface="Lato"/>
                <a:ea typeface="Lato"/>
                <a:cs typeface="Lato"/>
                <a:sym typeface="Lato"/>
              </a:defRPr>
            </a:lvl7pPr>
            <a:lvl8pPr lvl="7" algn="r" rtl="0">
              <a:buNone/>
              <a:defRPr sz="1335">
                <a:solidFill>
                  <a:schemeClr val="dk2"/>
                </a:solidFill>
                <a:latin typeface="Lato"/>
                <a:ea typeface="Lato"/>
                <a:cs typeface="Lato"/>
                <a:sym typeface="Lato"/>
              </a:defRPr>
            </a:lvl8pPr>
            <a:lvl9pPr lvl="8" algn="r" rtl="0">
              <a:buNone/>
              <a:defRPr sz="1335">
                <a:solidFill>
                  <a:schemeClr val="dk2"/>
                </a:solidFill>
                <a:latin typeface="Lato"/>
                <a:ea typeface="Lato"/>
                <a:cs typeface="Lato"/>
                <a:sym typeface="Lato"/>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slow">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00333" y="767933"/>
            <a:ext cx="8428800" cy="84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213483" y="2127701"/>
            <a:ext cx="8428800" cy="4003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lvl="0" algn="r" rtl="0">
              <a:buNone/>
              <a:defRPr sz="1335">
                <a:solidFill>
                  <a:schemeClr val="dk2"/>
                </a:solidFill>
                <a:latin typeface="Lato"/>
                <a:ea typeface="Lato"/>
                <a:cs typeface="Lato"/>
                <a:sym typeface="Lato"/>
              </a:defRPr>
            </a:lvl1pPr>
            <a:lvl2pPr lvl="1" algn="r" rtl="0">
              <a:buNone/>
              <a:defRPr sz="1335">
                <a:solidFill>
                  <a:schemeClr val="dk2"/>
                </a:solidFill>
                <a:latin typeface="Lato"/>
                <a:ea typeface="Lato"/>
                <a:cs typeface="Lato"/>
                <a:sym typeface="Lato"/>
              </a:defRPr>
            </a:lvl2pPr>
            <a:lvl3pPr lvl="2" algn="r" rtl="0">
              <a:buNone/>
              <a:defRPr sz="1335">
                <a:solidFill>
                  <a:schemeClr val="dk2"/>
                </a:solidFill>
                <a:latin typeface="Lato"/>
                <a:ea typeface="Lato"/>
                <a:cs typeface="Lato"/>
                <a:sym typeface="Lato"/>
              </a:defRPr>
            </a:lvl3pPr>
            <a:lvl4pPr lvl="3" algn="r" rtl="0">
              <a:buNone/>
              <a:defRPr sz="1335">
                <a:solidFill>
                  <a:schemeClr val="dk2"/>
                </a:solidFill>
                <a:latin typeface="Lato"/>
                <a:ea typeface="Lato"/>
                <a:cs typeface="Lato"/>
                <a:sym typeface="Lato"/>
              </a:defRPr>
            </a:lvl4pPr>
            <a:lvl5pPr lvl="4" algn="r" rtl="0">
              <a:buNone/>
              <a:defRPr sz="1335">
                <a:solidFill>
                  <a:schemeClr val="dk2"/>
                </a:solidFill>
                <a:latin typeface="Lato"/>
                <a:ea typeface="Lato"/>
                <a:cs typeface="Lato"/>
                <a:sym typeface="Lato"/>
              </a:defRPr>
            </a:lvl5pPr>
            <a:lvl6pPr lvl="5" algn="r" rtl="0">
              <a:buNone/>
              <a:defRPr sz="1335">
                <a:solidFill>
                  <a:schemeClr val="dk2"/>
                </a:solidFill>
                <a:latin typeface="Lato"/>
                <a:ea typeface="Lato"/>
                <a:cs typeface="Lato"/>
                <a:sym typeface="Lato"/>
              </a:defRPr>
            </a:lvl6pPr>
            <a:lvl7pPr lvl="6" algn="r" rtl="0">
              <a:buNone/>
              <a:defRPr sz="1335">
                <a:solidFill>
                  <a:schemeClr val="dk2"/>
                </a:solidFill>
                <a:latin typeface="Lato"/>
                <a:ea typeface="Lato"/>
                <a:cs typeface="Lato"/>
                <a:sym typeface="Lato"/>
              </a:defRPr>
            </a:lvl7pPr>
            <a:lvl8pPr lvl="7" algn="r" rtl="0">
              <a:buNone/>
              <a:defRPr sz="1335">
                <a:solidFill>
                  <a:schemeClr val="dk2"/>
                </a:solidFill>
                <a:latin typeface="Lato"/>
                <a:ea typeface="Lato"/>
                <a:cs typeface="Lato"/>
                <a:sym typeface="Lato"/>
              </a:defRPr>
            </a:lvl8pPr>
            <a:lvl9pPr lvl="8" algn="r" rtl="0">
              <a:buNone/>
              <a:defRPr sz="1335">
                <a:solidFill>
                  <a:schemeClr val="dk2"/>
                </a:solidFill>
                <a:latin typeface="Lato"/>
                <a:ea typeface="Lato"/>
                <a:cs typeface="Lato"/>
                <a:sym typeface="Lato"/>
              </a:defRPr>
            </a:lvl9pPr>
          </a:lstStyle>
          <a:p>
            <a:pPr defTabSz="1219200">
              <a:buClr>
                <a:srgbClr val="000000"/>
              </a:buClr>
            </a:pPr>
            <a:fld id="{00000000-1234-1234-1234-123412341234}" type="slidenum">
              <a:rPr lang="en-GB" kern="0" smtClean="0">
                <a:solidFill>
                  <a:srgbClr val="000000"/>
                </a:solidFill>
              </a:rPr>
              <a:t>‹#›</a:t>
            </a:fld>
            <a:endParaRPr lang="en-GB" kern="0">
              <a:solidFill>
                <a:srgbClr val="000000"/>
              </a:solidFill>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spd="slow">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3" Type="http://schemas.openxmlformats.org/officeDocument/2006/relationships/tags" Target="../tags/tag7.xml"/><Relationship Id="rId21" Type="http://schemas.openxmlformats.org/officeDocument/2006/relationships/image" Target="../media/image7.jpeg"/><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notesSlide" Target="../notesSlides/notesSlide7.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image" Target="../media/image10.jpeg"/><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image" Target="../media/image9.jpeg"/><Relationship Id="rId10" Type="http://schemas.openxmlformats.org/officeDocument/2006/relationships/tags" Target="../tags/tag14.xml"/><Relationship Id="rId19" Type="http://schemas.openxmlformats.org/officeDocument/2006/relationships/slideLayout" Target="../slideLayouts/slideLayout12.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image" Target="../media/image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69"/>
        <p:cNvGrpSpPr/>
        <p:nvPr/>
      </p:nvGrpSpPr>
      <p:grpSpPr>
        <a:xfrm>
          <a:off x="0" y="0"/>
          <a:ext cx="0" cy="0"/>
          <a:chOff x="0" y="0"/>
          <a:chExt cx="0" cy="0"/>
        </a:xfrm>
      </p:grpSpPr>
      <p:sp>
        <p:nvSpPr>
          <p:cNvPr id="1670" name="Google Shape;1670;p191"/>
          <p:cNvSpPr/>
          <p:nvPr/>
        </p:nvSpPr>
        <p:spPr>
          <a:xfrm>
            <a:off x="1077433" y="1820008"/>
            <a:ext cx="9731267" cy="3596724"/>
          </a:xfrm>
          <a:prstGeom prst="ellipse">
            <a:avLst/>
          </a:prstGeom>
          <a:solidFill>
            <a:schemeClr val="accent2"/>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Arial" panose="020B0604020202020204"/>
              <a:cs typeface="Arial" panose="020B0604020202020204"/>
              <a:sym typeface="Arial" panose="020B0604020202020204"/>
            </a:endParaRPr>
          </a:p>
        </p:txBody>
      </p:sp>
      <p:sp>
        <p:nvSpPr>
          <p:cNvPr id="1671" name="Google Shape;1671;p191"/>
          <p:cNvSpPr txBox="1">
            <a:spLocks noGrp="1"/>
          </p:cNvSpPr>
          <p:nvPr>
            <p:ph type="ctrTitle"/>
          </p:nvPr>
        </p:nvSpPr>
        <p:spPr>
          <a:xfrm>
            <a:off x="2591900" y="2902600"/>
            <a:ext cx="8216800" cy="1052800"/>
          </a:xfrm>
          <a:prstGeom prst="rect">
            <a:avLst/>
          </a:prstGeom>
        </p:spPr>
        <p:txBody>
          <a:bodyPr spcFirstLastPara="1" wrap="square" lIns="121900" tIns="121900" rIns="121900" bIns="121900" anchor="ctr" anchorCtr="0">
            <a:noAutofit/>
          </a:bodyPr>
          <a:lstStyle/>
          <a:p>
            <a:r>
              <a:rPr lang="en-GB" dirty="0">
                <a:solidFill>
                  <a:srgbClr val="000000"/>
                </a:solidFill>
              </a:rPr>
              <a:t>Chapter </a:t>
            </a:r>
            <a:r>
              <a:rPr lang="en-GB" dirty="0" smtClean="0">
                <a:solidFill>
                  <a:srgbClr val="000000"/>
                </a:solidFill>
              </a:rPr>
              <a:t>3 </a:t>
            </a:r>
            <a:r>
              <a:rPr lang="en-GB" dirty="0">
                <a:solidFill>
                  <a:srgbClr val="000000"/>
                </a:solidFill>
              </a:rPr>
              <a:t>-</a:t>
            </a:r>
            <a:r>
              <a:rPr lang="en-GB" sz="4665" dirty="0">
                <a:solidFill>
                  <a:srgbClr val="000000"/>
                </a:solidFill>
              </a:rPr>
              <a:t> Object Oriented Programming</a:t>
            </a:r>
            <a:endParaRPr sz="4665" dirty="0">
              <a:solidFill>
                <a:srgbClr val="000000"/>
              </a:solidFill>
            </a:endParaRPr>
          </a:p>
        </p:txBody>
      </p:sp>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65031" y="907367"/>
            <a:ext cx="9091246" cy="707886"/>
          </a:xfrm>
          <a:prstGeom prst="rect">
            <a:avLst/>
          </a:prstGeom>
          <a:noFill/>
        </p:spPr>
        <p:txBody>
          <a:bodyPr wrap="square" rtlCol="0">
            <a:spAutoFit/>
          </a:bodyPr>
          <a:lstStyle/>
          <a:p>
            <a:r>
              <a:rPr lang="en-US" sz="4000" dirty="0">
                <a:effectLst>
                  <a:outerShdw blurRad="38100" dist="38100" dir="2700000" algn="tl">
                    <a:srgbClr val="000000">
                      <a:alpha val="43137"/>
                    </a:srgbClr>
                  </a:outerShdw>
                </a:effectLst>
              </a:rPr>
              <a:t>Object Oriented Programming Concept</a:t>
            </a:r>
          </a:p>
        </p:txBody>
      </p:sp>
      <p:sp>
        <p:nvSpPr>
          <p:cNvPr id="5" name="TextBox 4"/>
          <p:cNvSpPr txBox="1"/>
          <p:nvPr/>
        </p:nvSpPr>
        <p:spPr>
          <a:xfrm>
            <a:off x="4271302" y="2896184"/>
            <a:ext cx="4934243" cy="2780129"/>
          </a:xfrm>
          <a:prstGeom prst="rect">
            <a:avLst/>
          </a:prstGeom>
          <a:noFill/>
        </p:spPr>
        <p:txBody>
          <a:bodyPr wrap="square" rtlCol="0">
            <a:spAutoFit/>
          </a:bodyPr>
          <a:lstStyle/>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Class</a:t>
            </a: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Object</a:t>
            </a: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Method or function</a:t>
            </a: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Inheritance</a:t>
            </a: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Polymorphism</a:t>
            </a: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Encapsulation</a:t>
            </a:r>
          </a:p>
        </p:txBody>
      </p:sp>
      <p:pic>
        <p:nvPicPr>
          <p:cNvPr id="2" name="Picture 1"/>
          <p:cNvPicPr>
            <a:picLocks noChangeAspect="1"/>
          </p:cNvPicPr>
          <p:nvPr/>
        </p:nvPicPr>
        <p:blipFill>
          <a:blip r:embed="rId2"/>
          <a:stretch>
            <a:fillRect/>
          </a:stretch>
        </p:blipFill>
        <p:spPr>
          <a:xfrm>
            <a:off x="0" y="4286248"/>
            <a:ext cx="2505807" cy="2505807"/>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8215" y="0"/>
            <a:ext cx="9692640" cy="6894195"/>
          </a:xfrm>
          <a:prstGeom prst="rect">
            <a:avLst/>
          </a:prstGeom>
          <a:noFill/>
        </p:spPr>
        <p:txBody>
          <a:bodyPr wrap="square" rtlCol="0">
            <a:spAutoFit/>
          </a:bodyPr>
          <a:lstStyle/>
          <a:p>
            <a:pPr algn="ctr"/>
            <a:r>
              <a:rPr lang="en-US" sz="4400" b="1" i="0" u="sng" dirty="0">
                <a:effectLst>
                  <a:outerShdw blurRad="38100" dist="38100" dir="2700000" algn="tl">
                    <a:srgbClr val="000000">
                      <a:alpha val="43137"/>
                    </a:srgbClr>
                  </a:outerShdw>
                </a:effectLst>
                <a:latin typeface="Source Sans Pro" panose="020B0503030403020204" pitchFamily="34" charset="0"/>
              </a:rPr>
              <a:t>Class</a:t>
            </a:r>
          </a:p>
          <a:p>
            <a:pPr algn="just"/>
            <a:r>
              <a:rPr lang="en-US" sz="1600" b="0" i="0" dirty="0">
                <a:solidFill>
                  <a:srgbClr val="222222"/>
                </a:solidFill>
                <a:effectLst/>
                <a:latin typeface="Times New Roman" panose="02020603050405020304" pitchFamily="18" charset="0"/>
                <a:cs typeface="Times New Roman" panose="02020603050405020304" pitchFamily="18" charset="0"/>
              </a:rPr>
              <a:t>      </a:t>
            </a:r>
            <a:r>
              <a:rPr lang="en-US" sz="2000" b="0" i="0" dirty="0">
                <a:solidFill>
                  <a:srgbClr val="222222"/>
                </a:solidFill>
                <a:effectLst/>
                <a:latin typeface="Times New Roman" panose="02020603050405020304" pitchFamily="18" charset="0"/>
                <a:cs typeface="Times New Roman" panose="02020603050405020304" pitchFamily="18" charset="0"/>
              </a:rPr>
              <a:t>The class is one of the Basic concepts of OOPs which is a group of similar entities. It is only a logical component and not the physical entity. Lets understand this one of the OOPs Concepts with example, if you had a class called “Expensive Cars” it could have objects like Mercedes, BMW, Toyota, etc. Its properties(data) can be price or speed of these cars. While the methods may be performed with these cars are driving, reverse, braking etc.</a:t>
            </a:r>
          </a:p>
          <a:p>
            <a:pPr algn="ctr"/>
            <a:endParaRPr lang="en-US" sz="2000" dirty="0"/>
          </a:p>
          <a:p>
            <a:pPr algn="ctr"/>
            <a:r>
              <a:rPr lang="en-US" sz="4000" b="1" u="sng" dirty="0">
                <a:effectLst>
                  <a:outerShdw blurRad="38100" dist="38100" dir="2700000" algn="tl">
                    <a:srgbClr val="000000">
                      <a:alpha val="43137"/>
                    </a:srgbClr>
                  </a:outerShdw>
                </a:effectLst>
              </a:rPr>
              <a:t>Object</a:t>
            </a:r>
          </a:p>
          <a:p>
            <a:pPr algn="just"/>
            <a:r>
              <a:rPr lang="en-US" sz="2000" b="0" i="0" dirty="0">
                <a:solidFill>
                  <a:srgbClr val="222222"/>
                </a:solidFill>
                <a:effectLst/>
                <a:latin typeface="Times New Roman" panose="02020603050405020304" pitchFamily="18" charset="0"/>
                <a:cs typeface="Times New Roman" panose="02020603050405020304" pitchFamily="18" charset="0"/>
              </a:rPr>
              <a:t>An object can be defined as an instance of a class, and there can be multiple instances of a class in a program. An Object is one of the  OOPs concepts which contains both the data and the function, which operates on the data. For example - chair, bike, marker, pen, table, car, etc</a:t>
            </a:r>
            <a:r>
              <a:rPr lang="en-US" sz="2800" b="0" i="0" dirty="0">
                <a:solidFill>
                  <a:srgbClr val="222222"/>
                </a:solidFill>
                <a:effectLst/>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r>
              <a:rPr lang="en-US" sz="2400" b="1" dirty="0"/>
              <a:t>class version1:                      =&gt;class(version1)</a:t>
            </a:r>
          </a:p>
          <a:p>
            <a:r>
              <a:rPr lang="en-US" sz="2400" b="1" dirty="0"/>
              <a:t>    def build(x):</a:t>
            </a:r>
          </a:p>
          <a:p>
            <a:r>
              <a:rPr lang="en-US" sz="2400" b="1" dirty="0"/>
              <a:t>        print("hello")</a:t>
            </a:r>
          </a:p>
          <a:p>
            <a:r>
              <a:rPr lang="en-US" sz="2400" b="1" dirty="0"/>
              <a:t>a=version1()</a:t>
            </a:r>
          </a:p>
          <a:p>
            <a:r>
              <a:rPr lang="en-US" sz="2400" b="1" dirty="0" err="1"/>
              <a:t>a.build</a:t>
            </a:r>
            <a:r>
              <a:rPr lang="en-US" sz="2400" b="1" dirty="0"/>
              <a:t>()                                 =&gt;object(a)</a:t>
            </a:r>
          </a:p>
          <a:p>
            <a:r>
              <a:rPr lang="en-US" b="1" dirty="0"/>
              <a:t>print(</a:t>
            </a:r>
            <a:r>
              <a:rPr lang="en-US" b="1" dirty="0" err="1"/>
              <a:t>isinstance</a:t>
            </a:r>
            <a:r>
              <a:rPr lang="en-US" b="1" dirty="0"/>
              <a:t>(</a:t>
            </a:r>
            <a:r>
              <a:rPr lang="en-US" b="1" dirty="0" err="1"/>
              <a:t>ob</a:t>
            </a:r>
            <a:r>
              <a:rPr lang="en-US" b="1" dirty="0"/>
              <a:t>, </a:t>
            </a:r>
            <a:r>
              <a:rPr lang="en-US" b="1" dirty="0" err="1"/>
              <a:t>hai</a:t>
            </a:r>
            <a:r>
              <a:rPr lang="en-US" b="1" dirty="0"/>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83877" y="379827"/>
            <a:ext cx="6161649" cy="1015663"/>
          </a:xfrm>
          <a:prstGeom prst="rect">
            <a:avLst/>
          </a:prstGeom>
          <a:noFill/>
        </p:spPr>
        <p:txBody>
          <a:bodyPr wrap="square" rtlCol="0">
            <a:spAutoFit/>
          </a:bodyPr>
          <a:lstStyle/>
          <a:p>
            <a:r>
              <a:rPr lang="en-US" sz="2000" dirty="0"/>
              <a:t>CAR=CLASS</a:t>
            </a:r>
          </a:p>
          <a:p>
            <a:r>
              <a:rPr lang="en-US" sz="2000" dirty="0"/>
              <a:t>MODEL,COLOR,FUEL=OBJECT</a:t>
            </a:r>
          </a:p>
          <a:p>
            <a:r>
              <a:rPr lang="en-US" sz="2000" dirty="0"/>
              <a:t>DRIVE=METHOD OR FUNCTION</a:t>
            </a:r>
          </a:p>
        </p:txBody>
      </p:sp>
      <p:pic>
        <p:nvPicPr>
          <p:cNvPr id="3" name="Picture 2" descr="Graphical user interface, application&#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874" y="1527189"/>
            <a:ext cx="9481625" cy="533081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25283" y="2184738"/>
            <a:ext cx="6098344" cy="2031325"/>
          </a:xfrm>
          <a:prstGeom prst="rect">
            <a:avLst/>
          </a:prstGeom>
          <a:noFill/>
        </p:spPr>
        <p:txBody>
          <a:bodyPr wrap="square">
            <a:spAutoFit/>
          </a:bodyPr>
          <a:lstStyle/>
          <a:p>
            <a:r>
              <a:rPr lang="en-US" dirty="0"/>
              <a:t>def build(</a:t>
            </a:r>
            <a:r>
              <a:rPr lang="en-US" dirty="0" err="1"/>
              <a:t>a,b</a:t>
            </a:r>
            <a:r>
              <a:rPr lang="en-US" dirty="0"/>
              <a:t>):</a:t>
            </a:r>
          </a:p>
          <a:p>
            <a:r>
              <a:rPr lang="en-US" dirty="0"/>
              <a:t>   print(a)</a:t>
            </a:r>
          </a:p>
          <a:p>
            <a:r>
              <a:rPr lang="en-US" dirty="0"/>
              <a:t>   print(b)</a:t>
            </a:r>
          </a:p>
          <a:p>
            <a:r>
              <a:rPr lang="en-US" dirty="0"/>
              <a:t>   print(</a:t>
            </a:r>
            <a:r>
              <a:rPr lang="en-US" dirty="0" err="1"/>
              <a:t>a+b</a:t>
            </a:r>
            <a:r>
              <a:rPr lang="en-US" dirty="0"/>
              <a:t>)</a:t>
            </a:r>
          </a:p>
          <a:p>
            <a:r>
              <a:rPr lang="en-US" dirty="0"/>
              <a:t>x=int(input("Enter first no"))</a:t>
            </a:r>
          </a:p>
          <a:p>
            <a:r>
              <a:rPr lang="en-US" dirty="0"/>
              <a:t>y=int(input("Enter second number"))</a:t>
            </a:r>
          </a:p>
          <a:p>
            <a:r>
              <a:rPr lang="en-US" dirty="0"/>
              <a:t>build(</a:t>
            </a:r>
            <a:r>
              <a:rPr lang="en-US" dirty="0" err="1"/>
              <a:t>x,y</a:t>
            </a:r>
            <a:r>
              <a:rPr lang="en-US" dirty="0"/>
              <a:t>) </a:t>
            </a:r>
          </a:p>
        </p:txBody>
      </p:sp>
      <p:sp>
        <p:nvSpPr>
          <p:cNvPr id="6" name="TextBox 5"/>
          <p:cNvSpPr txBox="1"/>
          <p:nvPr/>
        </p:nvSpPr>
        <p:spPr>
          <a:xfrm>
            <a:off x="720970" y="910883"/>
            <a:ext cx="3108960"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User input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7700" y="711200"/>
            <a:ext cx="3263900" cy="461665"/>
          </a:xfrm>
          <a:prstGeom prst="rect">
            <a:avLst/>
          </a:prstGeom>
          <a:noFill/>
        </p:spPr>
        <p:txBody>
          <a:bodyPr wrap="square" rtlCol="0">
            <a:spAutoFit/>
          </a:bodyPr>
          <a:lstStyle/>
          <a:p>
            <a:r>
              <a:rPr lang="en-US" sz="2400" b="1" dirty="0"/>
              <a:t>Pass by value(Class)</a:t>
            </a:r>
          </a:p>
        </p:txBody>
      </p:sp>
      <p:sp>
        <p:nvSpPr>
          <p:cNvPr id="5" name="TextBox 4"/>
          <p:cNvSpPr txBox="1"/>
          <p:nvPr/>
        </p:nvSpPr>
        <p:spPr>
          <a:xfrm>
            <a:off x="2151380" y="1397635"/>
            <a:ext cx="4102100" cy="2031325"/>
          </a:xfrm>
          <a:prstGeom prst="rect">
            <a:avLst/>
          </a:prstGeom>
          <a:noFill/>
        </p:spPr>
        <p:txBody>
          <a:bodyPr wrap="square" rtlCol="0">
            <a:spAutoFit/>
          </a:bodyPr>
          <a:lstStyle/>
          <a:p>
            <a:r>
              <a:rPr lang="en-US" dirty="0"/>
              <a:t>class version1:</a:t>
            </a:r>
          </a:p>
          <a:p>
            <a:r>
              <a:rPr lang="en-US" dirty="0"/>
              <a:t>    def build(</a:t>
            </a:r>
            <a:r>
              <a:rPr lang="en-US" dirty="0" err="1"/>
              <a:t>self,a,b</a:t>
            </a:r>
            <a:r>
              <a:rPr lang="en-US" dirty="0"/>
              <a:t>):</a:t>
            </a:r>
          </a:p>
          <a:p>
            <a:r>
              <a:rPr lang="en-US" dirty="0"/>
              <a:t>        print(a)</a:t>
            </a:r>
          </a:p>
          <a:p>
            <a:r>
              <a:rPr lang="en-US" dirty="0"/>
              <a:t>        print(b)</a:t>
            </a:r>
          </a:p>
          <a:p>
            <a:r>
              <a:rPr lang="en-US" dirty="0"/>
              <a:t>        print(</a:t>
            </a:r>
            <a:r>
              <a:rPr lang="en-US" dirty="0" err="1"/>
              <a:t>a+b</a:t>
            </a:r>
            <a:r>
              <a:rPr lang="en-US" dirty="0"/>
              <a:t>)</a:t>
            </a:r>
          </a:p>
          <a:p>
            <a:r>
              <a:rPr lang="en-US" dirty="0"/>
              <a:t>a=version1()</a:t>
            </a:r>
          </a:p>
          <a:p>
            <a:r>
              <a:rPr lang="en-US" dirty="0" err="1"/>
              <a:t>a.build</a:t>
            </a:r>
            <a:r>
              <a:rPr lang="en-US" dirty="0"/>
              <a:t>(20,10)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81552" y="374552"/>
            <a:ext cx="9580099" cy="3169285"/>
          </a:xfrm>
          <a:prstGeom prst="rect">
            <a:avLst/>
          </a:prstGeom>
          <a:noFill/>
        </p:spPr>
        <p:txBody>
          <a:bodyPr wrap="square" rtlCol="0">
            <a:spAutoFit/>
          </a:bodyPr>
          <a:lstStyle/>
          <a:p>
            <a:pPr algn="ctr"/>
            <a:r>
              <a:rPr lang="en-US" sz="4000" b="1" u="sng" dirty="0">
                <a:effectLst>
                  <a:outerShdw blurRad="38100" dist="38100" dir="2700000" algn="tl">
                    <a:srgbClr val="000000">
                      <a:alpha val="43137"/>
                    </a:srgbClr>
                  </a:outerShdw>
                </a:effectLst>
              </a:rPr>
              <a:t>Function or Methods</a:t>
            </a:r>
          </a:p>
          <a:p>
            <a:r>
              <a:rPr lang="en-US" sz="3200" b="0" i="0" dirty="0">
                <a:effectLst/>
                <a:latin typeface="Times New Roman" panose="02020603050405020304" pitchFamily="18" charset="0"/>
                <a:cs typeface="Times New Roman" panose="02020603050405020304" pitchFamily="18" charset="0"/>
              </a:rPr>
              <a:t>A method is a block of code that performs a specific task.</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3200" b="1" dirty="0"/>
              <a:t>Call By Value </a:t>
            </a:r>
          </a:p>
          <a:p>
            <a:pPr marL="457200" indent="-457200">
              <a:buFont typeface="Wingdings" panose="05000000000000000000" pitchFamily="2" charset="2"/>
              <a:buChar char="§"/>
            </a:pPr>
            <a:r>
              <a:rPr lang="en-US" sz="3200" b="1" dirty="0"/>
              <a:t>Call By Reference</a:t>
            </a:r>
          </a:p>
          <a:p>
            <a:endParaRPr lang="en-US" sz="3200" b="1" dirty="0"/>
          </a:p>
          <a:p>
            <a:pPr marL="457200" indent="-457200">
              <a:buFont typeface="Arial" panose="020B0604020202020204" pitchFamily="34" charset="0"/>
              <a:buChar char="•"/>
            </a:pPr>
            <a:r>
              <a:rPr lang="en-US" sz="3200" b="1" dirty="0"/>
              <a:t>Cal by Value</a:t>
            </a:r>
          </a:p>
        </p:txBody>
      </p:sp>
      <p:sp>
        <p:nvSpPr>
          <p:cNvPr id="6" name="TextBox 5"/>
          <p:cNvSpPr txBox="1"/>
          <p:nvPr/>
        </p:nvSpPr>
        <p:spPr>
          <a:xfrm>
            <a:off x="1952672" y="2918398"/>
            <a:ext cx="6098344" cy="2799715"/>
          </a:xfrm>
          <a:prstGeom prst="rect">
            <a:avLst/>
          </a:prstGeom>
          <a:noFill/>
        </p:spPr>
        <p:txBody>
          <a:bodyPr wrap="square">
            <a:spAutoFit/>
          </a:bodyPr>
          <a:lstStyle/>
          <a:p>
            <a:endParaRPr lang="en-US" dirty="0"/>
          </a:p>
          <a:p>
            <a:endParaRPr lang="en-US" dirty="0"/>
          </a:p>
          <a:p>
            <a:r>
              <a:rPr lang="en-US" sz="2800" dirty="0"/>
              <a:t>def build(</a:t>
            </a:r>
            <a:r>
              <a:rPr lang="en-US" sz="2800" dirty="0" err="1"/>
              <a:t>a,b</a:t>
            </a:r>
            <a:r>
              <a:rPr lang="en-US" sz="2800" dirty="0"/>
              <a:t>):</a:t>
            </a:r>
          </a:p>
          <a:p>
            <a:r>
              <a:rPr lang="en-US" sz="2800" dirty="0"/>
              <a:t>   print(a)</a:t>
            </a:r>
          </a:p>
          <a:p>
            <a:r>
              <a:rPr lang="en-US" sz="2800" dirty="0"/>
              <a:t>   print(b)</a:t>
            </a:r>
          </a:p>
          <a:p>
            <a:r>
              <a:rPr lang="en-US" sz="2800" dirty="0"/>
              <a:t>   print(</a:t>
            </a:r>
            <a:r>
              <a:rPr lang="en-US" sz="2800" dirty="0" err="1"/>
              <a:t>a+b</a:t>
            </a:r>
            <a:r>
              <a:rPr lang="en-US" sz="2800" dirty="0"/>
              <a:t>)</a:t>
            </a:r>
          </a:p>
          <a:p>
            <a:r>
              <a:rPr lang="en-US" sz="2800" dirty="0"/>
              <a:t>build(10,20</a:t>
            </a:r>
            <a:r>
              <a:rPr lang="en-US" dirty="0"/>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77440" y="928468"/>
            <a:ext cx="3165231" cy="460375"/>
          </a:xfrm>
          <a:prstGeom prst="rect">
            <a:avLst/>
          </a:prstGeom>
          <a:noFill/>
        </p:spPr>
        <p:txBody>
          <a:bodyPr wrap="square" rtlCol="0">
            <a:spAutoFit/>
          </a:bodyPr>
          <a:lstStyle/>
          <a:p>
            <a:pPr marL="342900" indent="-342900">
              <a:buFont typeface="Arial" panose="020B0604020202020204" pitchFamily="34" charset="0"/>
              <a:buChar char="•"/>
            </a:pPr>
            <a:r>
              <a:rPr lang="en-US" sz="2400" b="1" dirty="0"/>
              <a:t>Call By Reference</a:t>
            </a:r>
          </a:p>
        </p:txBody>
      </p:sp>
      <p:sp>
        <p:nvSpPr>
          <p:cNvPr id="6" name="TextBox 5"/>
          <p:cNvSpPr txBox="1"/>
          <p:nvPr/>
        </p:nvSpPr>
        <p:spPr>
          <a:xfrm>
            <a:off x="3232052" y="1692369"/>
            <a:ext cx="6098344" cy="4831080"/>
          </a:xfrm>
          <a:prstGeom prst="rect">
            <a:avLst/>
          </a:prstGeom>
          <a:noFill/>
        </p:spPr>
        <p:txBody>
          <a:bodyPr wrap="square">
            <a:spAutoFit/>
          </a:bodyPr>
          <a:lstStyle/>
          <a:p>
            <a:r>
              <a:rPr lang="en-US" sz="4400" dirty="0"/>
              <a:t>def build(</a:t>
            </a:r>
            <a:r>
              <a:rPr lang="en-US" sz="4400" dirty="0" err="1"/>
              <a:t>a,b</a:t>
            </a:r>
            <a:r>
              <a:rPr lang="en-US" sz="4400" dirty="0"/>
              <a:t>):   </a:t>
            </a:r>
          </a:p>
          <a:p>
            <a:r>
              <a:rPr lang="en-US" sz="4400" dirty="0"/>
              <a:t>   print(a)</a:t>
            </a:r>
          </a:p>
          <a:p>
            <a:r>
              <a:rPr lang="en-US" sz="4400" dirty="0"/>
              <a:t>   print(b)</a:t>
            </a:r>
          </a:p>
          <a:p>
            <a:r>
              <a:rPr lang="en-US" sz="4400" dirty="0"/>
              <a:t>   print(</a:t>
            </a:r>
            <a:r>
              <a:rPr lang="en-US" sz="4400" dirty="0" err="1"/>
              <a:t>a+b</a:t>
            </a:r>
            <a:r>
              <a:rPr lang="en-US" sz="4400" dirty="0"/>
              <a:t>)</a:t>
            </a:r>
          </a:p>
          <a:p>
            <a:r>
              <a:rPr lang="en-US" sz="4400" dirty="0"/>
              <a:t>x=200</a:t>
            </a:r>
          </a:p>
          <a:p>
            <a:r>
              <a:rPr lang="en-US" sz="4400" dirty="0"/>
              <a:t>y=300</a:t>
            </a:r>
          </a:p>
          <a:p>
            <a:r>
              <a:rPr lang="en-US" sz="4400" dirty="0"/>
              <a:t>build(</a:t>
            </a:r>
            <a:r>
              <a:rPr lang="en-US" sz="4400" dirty="0" err="1"/>
              <a:t>x,y</a:t>
            </a:r>
            <a:r>
              <a:rPr lang="en-US" sz="4400" dirty="0"/>
              <a:t>)   #x=</a:t>
            </a:r>
            <a:r>
              <a:rPr lang="en-US" sz="4400" dirty="0" err="1"/>
              <a:t>a,y</a:t>
            </a:r>
            <a:r>
              <a:rPr lang="en-US" sz="4400" dirty="0"/>
              <a:t>=b</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65"/>
        <p:cNvGrpSpPr/>
        <p:nvPr/>
      </p:nvGrpSpPr>
      <p:grpSpPr>
        <a:xfrm>
          <a:off x="0" y="0"/>
          <a:ext cx="0" cy="0"/>
          <a:chOff x="0" y="0"/>
          <a:chExt cx="0" cy="0"/>
        </a:xfrm>
      </p:grpSpPr>
      <p:sp>
        <p:nvSpPr>
          <p:cNvPr id="1866" name="Google Shape;1866;p213"/>
          <p:cNvSpPr/>
          <p:nvPr/>
        </p:nvSpPr>
        <p:spPr>
          <a:xfrm>
            <a:off x="360433" y="616600"/>
            <a:ext cx="1052800" cy="1052800"/>
          </a:xfrm>
          <a:prstGeom prst="ellipse">
            <a:avLst/>
          </a:prstGeom>
          <a:solidFill>
            <a:schemeClr val="accent2"/>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Arial" panose="020B0604020202020204"/>
              <a:cs typeface="Arial" panose="020B0604020202020204"/>
              <a:sym typeface="Arial" panose="020B0604020202020204"/>
            </a:endParaRPr>
          </a:p>
        </p:txBody>
      </p:sp>
      <p:sp>
        <p:nvSpPr>
          <p:cNvPr id="1867" name="Google Shape;1867;p213"/>
          <p:cNvSpPr txBox="1">
            <a:spLocks noGrp="1"/>
          </p:cNvSpPr>
          <p:nvPr>
            <p:ph type="ctrTitle"/>
          </p:nvPr>
        </p:nvSpPr>
        <p:spPr>
          <a:xfrm>
            <a:off x="486433" y="616600"/>
            <a:ext cx="2445600" cy="1052800"/>
          </a:xfrm>
          <a:prstGeom prst="rect">
            <a:avLst/>
          </a:prstGeom>
        </p:spPr>
        <p:txBody>
          <a:bodyPr spcFirstLastPara="1" wrap="square" lIns="121900" tIns="121900" rIns="121900" bIns="121900" anchor="t" anchorCtr="0">
            <a:noAutofit/>
          </a:bodyPr>
          <a:lstStyle/>
          <a:p>
            <a:r>
              <a:rPr lang="en-GB" sz="2665" b="0">
                <a:solidFill>
                  <a:schemeClr val="dk2"/>
                </a:solidFill>
              </a:rPr>
              <a:t>Object Oriented Programming</a:t>
            </a:r>
            <a:endParaRPr sz="2665" b="0">
              <a:solidFill>
                <a:schemeClr val="dk2"/>
              </a:solidFill>
            </a:endParaRPr>
          </a:p>
          <a:p>
            <a:endParaRPr sz="2665" b="0">
              <a:solidFill>
                <a:schemeClr val="dk2"/>
              </a:solidFill>
            </a:endParaRPr>
          </a:p>
        </p:txBody>
      </p:sp>
      <p:cxnSp>
        <p:nvCxnSpPr>
          <p:cNvPr id="1868" name="Google Shape;1868;p213"/>
          <p:cNvCxnSpPr/>
          <p:nvPr/>
        </p:nvCxnSpPr>
        <p:spPr>
          <a:xfrm>
            <a:off x="3166667" y="356000"/>
            <a:ext cx="0" cy="6146000"/>
          </a:xfrm>
          <a:prstGeom prst="straightConnector1">
            <a:avLst/>
          </a:prstGeom>
          <a:noFill/>
          <a:ln w="9525" cap="flat" cmpd="sng">
            <a:solidFill>
              <a:schemeClr val="dk2"/>
            </a:solidFill>
            <a:prstDash val="solid"/>
            <a:round/>
            <a:headEnd type="none" w="med" len="med"/>
            <a:tailEnd type="none" w="med" len="med"/>
          </a:ln>
        </p:spPr>
      </p:cxnSp>
      <p:sp>
        <p:nvSpPr>
          <p:cNvPr id="1869" name="Google Shape;1869;p213"/>
          <p:cNvSpPr txBox="1">
            <a:spLocks noGrp="1"/>
          </p:cNvSpPr>
          <p:nvPr>
            <p:ph type="ctrTitle"/>
          </p:nvPr>
        </p:nvSpPr>
        <p:spPr>
          <a:xfrm>
            <a:off x="3401300" y="356000"/>
            <a:ext cx="8370000" cy="6403200"/>
          </a:xfrm>
          <a:prstGeom prst="rect">
            <a:avLst/>
          </a:prstGeom>
        </p:spPr>
        <p:txBody>
          <a:bodyPr spcFirstLastPara="1" wrap="square" lIns="121900" tIns="121900" rIns="121900" bIns="121900" anchor="ctr" anchorCtr="0">
            <a:noAutofit/>
          </a:bodyPr>
          <a:lstStyle/>
          <a:p>
            <a:r>
              <a:rPr lang="en-GB" sz="3200" b="0" i="1" u="sng" dirty="0">
                <a:solidFill>
                  <a:schemeClr val="bg2"/>
                </a:solidFill>
                <a:effectLst>
                  <a:outerShdw blurRad="38100" dist="38100" dir="2700000" algn="tl">
                    <a:srgbClr val="000000">
                      <a:alpha val="43137"/>
                    </a:srgbClr>
                  </a:outerShdw>
                </a:effectLst>
              </a:rPr>
              <a:t>Inheritance</a:t>
            </a:r>
            <a:endParaRPr sz="3200" b="0" i="1" u="sng" dirty="0">
              <a:solidFill>
                <a:schemeClr val="bg2"/>
              </a:solidFill>
              <a:effectLst>
                <a:outerShdw blurRad="38100" dist="38100" dir="2700000" algn="tl">
                  <a:srgbClr val="000000">
                    <a:alpha val="43137"/>
                  </a:srgbClr>
                </a:outerShdw>
              </a:effectLst>
            </a:endParaRPr>
          </a:p>
          <a:p>
            <a:pPr marL="609600"/>
            <a:endParaRPr sz="3200" b="0" dirty="0">
              <a:solidFill>
                <a:schemeClr val="accent2"/>
              </a:solidFill>
            </a:endParaRPr>
          </a:p>
          <a:p>
            <a:pPr marL="609600" indent="-457200">
              <a:buClr>
                <a:schemeClr val="accent2"/>
              </a:buClr>
              <a:buSzPts val="1800"/>
              <a:buChar char="●"/>
            </a:pPr>
            <a:r>
              <a:rPr lang="en-GB" sz="2400" b="0" dirty="0">
                <a:solidFill>
                  <a:schemeClr val="accent2"/>
                </a:solidFill>
              </a:rPr>
              <a:t>One class inherits the attributes and methods of another class.</a:t>
            </a:r>
            <a:endParaRPr sz="2400" b="0" dirty="0">
              <a:solidFill>
                <a:schemeClr val="accent2"/>
              </a:solidFill>
            </a:endParaRPr>
          </a:p>
          <a:p>
            <a:pPr marL="609600"/>
            <a:endParaRPr sz="2400" b="0" dirty="0">
              <a:solidFill>
                <a:schemeClr val="accent2"/>
              </a:solidFill>
            </a:endParaRPr>
          </a:p>
          <a:p>
            <a:pPr marL="609600" indent="-457200">
              <a:buClr>
                <a:schemeClr val="accent2"/>
              </a:buClr>
              <a:buSzPts val="1800"/>
              <a:buChar char="●"/>
            </a:pPr>
            <a:r>
              <a:rPr lang="en-GB" sz="2400" b="0" dirty="0">
                <a:solidFill>
                  <a:schemeClr val="accent2"/>
                </a:solidFill>
              </a:rPr>
              <a:t>An inherited class can override, modify or augment the  functions and attributes of its parent class.</a:t>
            </a:r>
            <a:endParaRPr sz="2400" b="0" dirty="0">
              <a:solidFill>
                <a:schemeClr val="accent2"/>
              </a:solidFill>
            </a:endParaRPr>
          </a:p>
          <a:p>
            <a:pPr marL="609600"/>
            <a:endParaRPr sz="2400" b="0" dirty="0">
              <a:solidFill>
                <a:schemeClr val="accent2"/>
              </a:solidFill>
            </a:endParaRPr>
          </a:p>
          <a:p>
            <a:pPr marL="609600" indent="-457200">
              <a:buClr>
                <a:schemeClr val="accent2"/>
              </a:buClr>
              <a:buSzPts val="1800"/>
              <a:buChar char="●"/>
            </a:pPr>
            <a:r>
              <a:rPr lang="en-GB" sz="2400" b="0" dirty="0">
                <a:solidFill>
                  <a:schemeClr val="accent2"/>
                </a:solidFill>
              </a:rPr>
              <a:t>An inherited class is known as </a:t>
            </a:r>
            <a:r>
              <a:rPr lang="en-GB" sz="2400" dirty="0">
                <a:solidFill>
                  <a:schemeClr val="accent2"/>
                </a:solidFill>
              </a:rPr>
              <a:t>Subclass </a:t>
            </a:r>
            <a:r>
              <a:rPr lang="en-GB" sz="2400" b="0" dirty="0">
                <a:solidFill>
                  <a:schemeClr val="accent2"/>
                </a:solidFill>
              </a:rPr>
              <a:t>or Derived Class. </a:t>
            </a:r>
            <a:endParaRPr sz="2400" b="0" dirty="0">
              <a:solidFill>
                <a:schemeClr val="accent2"/>
              </a:solidFill>
            </a:endParaRPr>
          </a:p>
          <a:p>
            <a:pPr marL="609600"/>
            <a:endParaRPr sz="2400" b="0" dirty="0">
              <a:solidFill>
                <a:schemeClr val="accent2"/>
              </a:solidFill>
            </a:endParaRPr>
          </a:p>
          <a:p>
            <a:pPr marL="609600" indent="-457200">
              <a:buClr>
                <a:schemeClr val="accent2"/>
              </a:buClr>
              <a:buSzPts val="1800"/>
              <a:buChar char="●"/>
            </a:pPr>
            <a:r>
              <a:rPr lang="en-GB" sz="2400" b="0" dirty="0">
                <a:solidFill>
                  <a:schemeClr val="accent2"/>
                </a:solidFill>
              </a:rPr>
              <a:t>Subclass inherits the properties or characteristics from Base Class, also popularly known as </a:t>
            </a:r>
            <a:r>
              <a:rPr lang="en-GB" sz="2400" dirty="0">
                <a:solidFill>
                  <a:schemeClr val="accent2"/>
                </a:solidFill>
              </a:rPr>
              <a:t>Super class</a:t>
            </a:r>
            <a:r>
              <a:rPr lang="en-GB" sz="2400" b="0" dirty="0">
                <a:solidFill>
                  <a:schemeClr val="accent2"/>
                </a:solidFill>
              </a:rPr>
              <a:t>.</a:t>
            </a:r>
            <a:endParaRPr sz="2400" b="0" dirty="0">
              <a:solidFill>
                <a:schemeClr val="accent2"/>
              </a:solidFill>
            </a:endParaRPr>
          </a:p>
        </p:txBody>
      </p:sp>
    </p:spTree>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ingle-inheri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73" y="1983841"/>
            <a:ext cx="3190875" cy="28003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600199" y="504150"/>
            <a:ext cx="9330397" cy="1569660"/>
          </a:xfrm>
          <a:prstGeom prst="rect">
            <a:avLst/>
          </a:prstGeom>
          <a:noFill/>
        </p:spPr>
        <p:txBody>
          <a:bodyPr wrap="square">
            <a:spAutoFit/>
          </a:bodyPr>
          <a:lstStyle/>
          <a:p>
            <a:r>
              <a:rPr lang="en-US" sz="2400" b="1" i="0" dirty="0">
                <a:solidFill>
                  <a:srgbClr val="273239"/>
                </a:solidFill>
                <a:effectLst/>
                <a:latin typeface="urw-din"/>
              </a:rPr>
              <a:t>Single Inheritance:</a:t>
            </a:r>
            <a:r>
              <a:rPr lang="en-US" sz="2400" b="0" i="0" dirty="0">
                <a:solidFill>
                  <a:srgbClr val="273239"/>
                </a:solidFill>
                <a:effectLst/>
                <a:latin typeface="urw-din"/>
              </a:rPr>
              <a:t> Single inheritance enables a derived class to inherit properties from a single parent class, thus enabling code reusability and the addition of new features to existing code.</a:t>
            </a:r>
            <a:r>
              <a:rPr lang="en-US" sz="2400" dirty="0"/>
              <a:t/>
            </a:r>
            <a:br>
              <a:rPr lang="en-US" sz="2400" dirty="0"/>
            </a:br>
            <a:r>
              <a:rPr lang="en-US" sz="2400" b="0" i="0" dirty="0">
                <a:solidFill>
                  <a:srgbClr val="273239"/>
                </a:solidFill>
                <a:effectLst/>
                <a:latin typeface="urw-din"/>
              </a:rPr>
              <a:t> </a:t>
            </a:r>
            <a:endParaRPr 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9200" y="431800"/>
            <a:ext cx="4330700" cy="584775"/>
          </a:xfrm>
          <a:prstGeom prst="rect">
            <a:avLst/>
          </a:prstGeom>
          <a:noFill/>
        </p:spPr>
        <p:txBody>
          <a:bodyPr wrap="square" rtlCol="0">
            <a:spAutoFit/>
          </a:bodyPr>
          <a:lstStyle/>
          <a:p>
            <a:r>
              <a:rPr lang="en-US" sz="3200" b="1" dirty="0"/>
              <a:t>Inheritance</a:t>
            </a:r>
          </a:p>
        </p:txBody>
      </p:sp>
      <p:sp>
        <p:nvSpPr>
          <p:cNvPr id="6" name="TextBox 5"/>
          <p:cNvSpPr txBox="1"/>
          <p:nvPr/>
        </p:nvSpPr>
        <p:spPr>
          <a:xfrm>
            <a:off x="5702300" y="153102"/>
            <a:ext cx="6096000" cy="6739255"/>
          </a:xfrm>
          <a:prstGeom prst="rect">
            <a:avLst/>
          </a:prstGeom>
          <a:noFill/>
        </p:spPr>
        <p:txBody>
          <a:bodyPr wrap="square">
            <a:spAutoFit/>
          </a:bodyPr>
          <a:lstStyle/>
          <a:p>
            <a:r>
              <a:rPr lang="en-US" dirty="0">
                <a:highlight>
                  <a:srgbClr val="FFFF00"/>
                </a:highlight>
              </a:rPr>
              <a:t>class version1</a:t>
            </a:r>
            <a:r>
              <a:rPr lang="en-US" dirty="0"/>
              <a:t>:</a:t>
            </a:r>
          </a:p>
          <a:p>
            <a:r>
              <a:rPr lang="en-US" dirty="0"/>
              <a:t>    def build1(self):</a:t>
            </a:r>
          </a:p>
          <a:p>
            <a:r>
              <a:rPr lang="en-US" dirty="0"/>
              <a:t>        a=10</a:t>
            </a:r>
          </a:p>
          <a:p>
            <a:r>
              <a:rPr lang="en-US" dirty="0"/>
              <a:t>        b=-20</a:t>
            </a:r>
          </a:p>
          <a:p>
            <a:r>
              <a:rPr lang="en-US" dirty="0"/>
              <a:t>        </a:t>
            </a:r>
            <a:r>
              <a:rPr lang="en-US" dirty="0">
                <a:highlight>
                  <a:srgbClr val="00FF00"/>
                </a:highlight>
              </a:rPr>
              <a:t>print(</a:t>
            </a:r>
            <a:r>
              <a:rPr lang="en-US" dirty="0" err="1">
                <a:highlight>
                  <a:srgbClr val="00FF00"/>
                </a:highlight>
              </a:rPr>
              <a:t>a+b</a:t>
            </a:r>
            <a:r>
              <a:rPr lang="en-US" dirty="0">
                <a:highlight>
                  <a:srgbClr val="00FF00"/>
                </a:highlight>
              </a:rPr>
              <a:t>)</a:t>
            </a:r>
          </a:p>
          <a:p>
            <a:r>
              <a:rPr lang="en-US" dirty="0"/>
              <a:t>    def build2(self):</a:t>
            </a:r>
          </a:p>
          <a:p>
            <a:r>
              <a:rPr lang="en-US" dirty="0"/>
              <a:t>        a=200</a:t>
            </a:r>
          </a:p>
          <a:p>
            <a:r>
              <a:rPr lang="en-US" dirty="0"/>
              <a:t>        b=100</a:t>
            </a:r>
          </a:p>
          <a:p>
            <a:r>
              <a:rPr lang="en-US" dirty="0">
                <a:highlight>
                  <a:srgbClr val="00FF00"/>
                </a:highlight>
              </a:rPr>
              <a:t>        print(a-b</a:t>
            </a:r>
            <a:r>
              <a:rPr lang="en-US" dirty="0"/>
              <a:t>)</a:t>
            </a:r>
          </a:p>
          <a:p>
            <a:r>
              <a:rPr lang="en-US" dirty="0">
                <a:highlight>
                  <a:srgbClr val="FFFF00"/>
                </a:highlight>
              </a:rPr>
              <a:t>class version2(version1):</a:t>
            </a:r>
          </a:p>
          <a:p>
            <a:r>
              <a:rPr lang="en-US" dirty="0"/>
              <a:t>    def build3(self):</a:t>
            </a:r>
          </a:p>
          <a:p>
            <a:r>
              <a:rPr lang="en-US" dirty="0"/>
              <a:t>        a=40</a:t>
            </a:r>
          </a:p>
          <a:p>
            <a:r>
              <a:rPr lang="en-US" dirty="0"/>
              <a:t>        b=85</a:t>
            </a:r>
          </a:p>
          <a:p>
            <a:r>
              <a:rPr lang="en-US" dirty="0"/>
              <a:t>        </a:t>
            </a:r>
            <a:r>
              <a:rPr lang="en-US" dirty="0">
                <a:highlight>
                  <a:srgbClr val="00FF00"/>
                </a:highlight>
              </a:rPr>
              <a:t>print(a*b)</a:t>
            </a:r>
          </a:p>
          <a:p>
            <a:r>
              <a:rPr lang="en-US" dirty="0"/>
              <a:t>    def build4(self):</a:t>
            </a:r>
          </a:p>
          <a:p>
            <a:r>
              <a:rPr lang="en-US" dirty="0"/>
              <a:t>        a=800</a:t>
            </a:r>
          </a:p>
          <a:p>
            <a:r>
              <a:rPr lang="en-US" dirty="0"/>
              <a:t>        b=700</a:t>
            </a:r>
          </a:p>
          <a:p>
            <a:r>
              <a:rPr lang="en-US" dirty="0"/>
              <a:t>        </a:t>
            </a:r>
            <a:r>
              <a:rPr lang="en-US" dirty="0">
                <a:highlight>
                  <a:srgbClr val="00FF00"/>
                </a:highlight>
              </a:rPr>
              <a:t>print(a/b)</a:t>
            </a:r>
          </a:p>
          <a:p>
            <a:r>
              <a:rPr lang="en-US" dirty="0"/>
              <a:t>a=version2()</a:t>
            </a:r>
          </a:p>
          <a:p>
            <a:r>
              <a:rPr lang="en-US" dirty="0"/>
              <a:t>a.build1()</a:t>
            </a:r>
          </a:p>
          <a:p>
            <a:r>
              <a:rPr lang="en-US" dirty="0"/>
              <a:t>a.build2() </a:t>
            </a:r>
          </a:p>
          <a:p>
            <a:r>
              <a:rPr lang="en-US" dirty="0"/>
              <a:t>a.build3()</a:t>
            </a:r>
          </a:p>
          <a:p>
            <a:r>
              <a:rPr lang="en-US" dirty="0"/>
              <a:t>a.build4()       </a:t>
            </a:r>
          </a:p>
          <a:p>
            <a:r>
              <a:rPr lang="en-US" dirty="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75460" y="486380"/>
            <a:ext cx="8641080" cy="1846659"/>
          </a:xfrm>
          <a:prstGeom prst="rect">
            <a:avLst/>
          </a:prstGeom>
          <a:noFill/>
        </p:spPr>
        <p:txBody>
          <a:bodyPr wrap="square">
            <a:spAutoFit/>
          </a:bodyPr>
          <a:lstStyle/>
          <a:p>
            <a:r>
              <a:rPr lang="en-US" sz="2400" b="1" i="0" dirty="0">
                <a:solidFill>
                  <a:srgbClr val="273239"/>
                </a:solidFill>
                <a:effectLst/>
                <a:latin typeface="urw-din"/>
              </a:rPr>
              <a:t>Multiple Inheritance:</a:t>
            </a:r>
            <a:r>
              <a:rPr lang="en-US" sz="2400" b="0" i="0" dirty="0">
                <a:solidFill>
                  <a:srgbClr val="273239"/>
                </a:solidFill>
                <a:effectLst/>
                <a:latin typeface="urw-din"/>
              </a:rPr>
              <a:t> When a class can be derived from more than one base class this type of inheritance is called multiple inheritance. In multiple inheritance, all the features of the base classes are inherited into the derived class. </a:t>
            </a:r>
            <a:r>
              <a:rPr lang="en-US" sz="2400" dirty="0"/>
              <a:t/>
            </a:r>
            <a:br>
              <a:rPr lang="en-US" sz="2400" dirty="0"/>
            </a:br>
            <a:r>
              <a:rPr lang="en-US" b="0" i="0" dirty="0">
                <a:solidFill>
                  <a:srgbClr val="273239"/>
                </a:solidFill>
                <a:effectLst/>
                <a:latin typeface="urw-din"/>
              </a:rPr>
              <a:t> </a:t>
            </a:r>
            <a:endParaRPr lang="en-US" dirty="0"/>
          </a:p>
        </p:txBody>
      </p:sp>
      <p:pic>
        <p:nvPicPr>
          <p:cNvPr id="3074" name="Picture 2" descr="multiple-inheritanc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2302" y="2642529"/>
            <a:ext cx="3552825" cy="3486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36852" y="197346"/>
            <a:ext cx="6098344" cy="6463308"/>
          </a:xfrm>
          <a:prstGeom prst="rect">
            <a:avLst/>
          </a:prstGeom>
          <a:noFill/>
        </p:spPr>
        <p:txBody>
          <a:bodyPr wrap="square">
            <a:spAutoFit/>
          </a:bodyPr>
          <a:lstStyle/>
          <a:p>
            <a:r>
              <a:rPr lang="en-US" dirty="0"/>
              <a:t># Base class1</a:t>
            </a:r>
          </a:p>
          <a:p>
            <a:r>
              <a:rPr lang="en-US" dirty="0">
                <a:highlight>
                  <a:srgbClr val="FFFF00"/>
                </a:highlight>
              </a:rPr>
              <a:t>class Mother:</a:t>
            </a:r>
          </a:p>
          <a:p>
            <a:r>
              <a:rPr lang="en-US" dirty="0"/>
              <a:t>    </a:t>
            </a:r>
            <a:r>
              <a:rPr lang="en-US" dirty="0" err="1"/>
              <a:t>mothername</a:t>
            </a:r>
            <a:r>
              <a:rPr lang="en-US" dirty="0"/>
              <a:t> = ""</a:t>
            </a:r>
          </a:p>
          <a:p>
            <a:r>
              <a:rPr lang="en-US" dirty="0"/>
              <a:t>    def mother(self):</a:t>
            </a:r>
          </a:p>
          <a:p>
            <a:r>
              <a:rPr lang="en-US" dirty="0"/>
              <a:t>        print(</a:t>
            </a:r>
            <a:r>
              <a:rPr lang="en-US" dirty="0" err="1"/>
              <a:t>self.mothername</a:t>
            </a:r>
            <a:r>
              <a:rPr lang="en-US" dirty="0"/>
              <a:t>)</a:t>
            </a:r>
          </a:p>
          <a:p>
            <a:r>
              <a:rPr lang="en-US" dirty="0"/>
              <a:t> </a:t>
            </a:r>
          </a:p>
          <a:p>
            <a:r>
              <a:rPr lang="en-US" dirty="0"/>
              <a:t># Base class2</a:t>
            </a:r>
          </a:p>
          <a:p>
            <a:r>
              <a:rPr lang="en-US" dirty="0">
                <a:highlight>
                  <a:srgbClr val="FFFF00"/>
                </a:highlight>
              </a:rPr>
              <a:t>class Father</a:t>
            </a:r>
            <a:r>
              <a:rPr lang="en-US" dirty="0"/>
              <a:t>:</a:t>
            </a:r>
          </a:p>
          <a:p>
            <a:r>
              <a:rPr lang="en-US" dirty="0"/>
              <a:t>    </a:t>
            </a:r>
            <a:r>
              <a:rPr lang="en-US" dirty="0" err="1"/>
              <a:t>fathername</a:t>
            </a:r>
            <a:r>
              <a:rPr lang="en-US" dirty="0"/>
              <a:t> = ""</a:t>
            </a:r>
          </a:p>
          <a:p>
            <a:r>
              <a:rPr lang="en-US" dirty="0"/>
              <a:t>    def father(self):</a:t>
            </a:r>
          </a:p>
          <a:p>
            <a:r>
              <a:rPr lang="en-US" dirty="0"/>
              <a:t>        print(</a:t>
            </a:r>
            <a:r>
              <a:rPr lang="en-US" dirty="0" err="1"/>
              <a:t>self.fathername</a:t>
            </a:r>
            <a:r>
              <a:rPr lang="en-US" dirty="0"/>
              <a:t>)</a:t>
            </a:r>
          </a:p>
          <a:p>
            <a:r>
              <a:rPr lang="en-US" dirty="0"/>
              <a:t> </a:t>
            </a:r>
          </a:p>
          <a:p>
            <a:r>
              <a:rPr lang="en-US" dirty="0"/>
              <a:t># Derived class</a:t>
            </a:r>
          </a:p>
          <a:p>
            <a:r>
              <a:rPr lang="en-US" dirty="0">
                <a:highlight>
                  <a:srgbClr val="FFFF00"/>
                </a:highlight>
              </a:rPr>
              <a:t>class Son(Mother, Father):</a:t>
            </a:r>
          </a:p>
          <a:p>
            <a:r>
              <a:rPr lang="en-US" dirty="0"/>
              <a:t>    def parents(self):</a:t>
            </a:r>
          </a:p>
          <a:p>
            <a:r>
              <a:rPr lang="en-US" dirty="0"/>
              <a:t>        print("Father :", </a:t>
            </a:r>
            <a:r>
              <a:rPr lang="en-US" dirty="0" err="1"/>
              <a:t>self.fathername</a:t>
            </a:r>
            <a:r>
              <a:rPr lang="en-US" dirty="0"/>
              <a:t>)</a:t>
            </a:r>
          </a:p>
          <a:p>
            <a:r>
              <a:rPr lang="en-US" dirty="0"/>
              <a:t>        print("Mother :", </a:t>
            </a:r>
            <a:r>
              <a:rPr lang="en-US" dirty="0" err="1"/>
              <a:t>self.mothername</a:t>
            </a:r>
            <a:r>
              <a:rPr lang="en-US" dirty="0"/>
              <a:t>)</a:t>
            </a:r>
          </a:p>
          <a:p>
            <a:r>
              <a:rPr lang="en-US" dirty="0"/>
              <a:t> </a:t>
            </a:r>
          </a:p>
          <a:p>
            <a:r>
              <a:rPr lang="en-US" dirty="0"/>
              <a:t># Driver's code</a:t>
            </a:r>
          </a:p>
          <a:p>
            <a:r>
              <a:rPr lang="en-US" dirty="0"/>
              <a:t>s1 = Son()</a:t>
            </a:r>
          </a:p>
          <a:p>
            <a:r>
              <a:rPr lang="en-US" dirty="0"/>
              <a:t>s1.fathername = "RAM"</a:t>
            </a:r>
          </a:p>
          <a:p>
            <a:r>
              <a:rPr lang="en-US" dirty="0"/>
              <a:t>s1.mothername = "SITA"</a:t>
            </a:r>
          </a:p>
          <a:p>
            <a:r>
              <a:rPr lang="en-US" dirty="0"/>
              <a:t>s1.parents()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5115" y="352237"/>
            <a:ext cx="8598877" cy="2246769"/>
          </a:xfrm>
          <a:prstGeom prst="rect">
            <a:avLst/>
          </a:prstGeom>
          <a:noFill/>
        </p:spPr>
        <p:txBody>
          <a:bodyPr wrap="square">
            <a:spAutoFit/>
          </a:bodyPr>
          <a:lstStyle/>
          <a:p>
            <a:r>
              <a:rPr lang="en-US" sz="2800" b="1" i="0" dirty="0">
                <a:solidFill>
                  <a:srgbClr val="273239"/>
                </a:solidFill>
                <a:effectLst/>
                <a:latin typeface="urw-din"/>
              </a:rPr>
              <a:t>Multilevel Inheritance</a:t>
            </a:r>
            <a:r>
              <a:rPr lang="en-US" sz="2800" b="0" i="0" dirty="0">
                <a:solidFill>
                  <a:srgbClr val="273239"/>
                </a:solidFill>
                <a:effectLst/>
                <a:latin typeface="urw-din"/>
              </a:rPr>
              <a:t> </a:t>
            </a:r>
            <a:r>
              <a:rPr lang="en-US" sz="2800" dirty="0"/>
              <a:t/>
            </a:r>
            <a:br>
              <a:rPr lang="en-US" sz="2800" dirty="0"/>
            </a:br>
            <a:r>
              <a:rPr lang="en-US" sz="2800" b="0" i="0" dirty="0">
                <a:solidFill>
                  <a:srgbClr val="273239"/>
                </a:solidFill>
                <a:effectLst/>
                <a:latin typeface="urw-din"/>
              </a:rPr>
              <a:t>In multilevel inheritance, features of the base class and the derived class are further inherited into the new derived class. This is similar to a relationship representing a child and grandfather. </a:t>
            </a:r>
            <a:endParaRPr lang="en-US" sz="2800" dirty="0"/>
          </a:p>
        </p:txBody>
      </p:sp>
      <p:pic>
        <p:nvPicPr>
          <p:cNvPr id="4098" name="Picture 2" descr="Multilevel-inheritanc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2791013"/>
            <a:ext cx="3848100" cy="3714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6828" y="394692"/>
            <a:ext cx="6098344" cy="6247130"/>
          </a:xfrm>
          <a:prstGeom prst="rect">
            <a:avLst/>
          </a:prstGeom>
          <a:noFill/>
        </p:spPr>
        <p:txBody>
          <a:bodyPr wrap="square">
            <a:spAutoFit/>
          </a:bodyPr>
          <a:lstStyle/>
          <a:p>
            <a:r>
              <a:rPr lang="en-US" sz="1600" dirty="0"/>
              <a:t>class student:</a:t>
            </a:r>
          </a:p>
          <a:p>
            <a:r>
              <a:rPr lang="en-US" sz="1600" dirty="0"/>
              <a:t>        def </a:t>
            </a:r>
            <a:r>
              <a:rPr lang="en-US" sz="1600" dirty="0" err="1"/>
              <a:t>getStudent</a:t>
            </a:r>
            <a:r>
              <a:rPr lang="en-US" sz="1600" dirty="0"/>
              <a:t>(self):</a:t>
            </a:r>
          </a:p>
          <a:p>
            <a:r>
              <a:rPr lang="en-US" sz="1600" dirty="0"/>
              <a:t>            </a:t>
            </a:r>
            <a:r>
              <a:rPr lang="en-US" sz="1600" dirty="0" err="1"/>
              <a:t>self.name</a:t>
            </a:r>
            <a:r>
              <a:rPr lang="en-US" sz="1600" dirty="0"/>
              <a:t> = input("Name: ")</a:t>
            </a:r>
          </a:p>
          <a:p>
            <a:r>
              <a:rPr lang="en-US" sz="1600" dirty="0"/>
              <a:t>            </a:t>
            </a:r>
            <a:r>
              <a:rPr lang="en-US" sz="1600" dirty="0" err="1"/>
              <a:t>self.age</a:t>
            </a:r>
            <a:r>
              <a:rPr lang="en-US" sz="1600" dirty="0"/>
              <a:t> = input("Age: ")</a:t>
            </a:r>
          </a:p>
          <a:p>
            <a:r>
              <a:rPr lang="en-US" sz="1600" dirty="0"/>
              <a:t>            </a:t>
            </a:r>
            <a:r>
              <a:rPr lang="en-US" sz="1600" dirty="0" err="1"/>
              <a:t>self.gender</a:t>
            </a:r>
            <a:r>
              <a:rPr lang="en-US" sz="1600" dirty="0"/>
              <a:t> = input("Gender: ")</a:t>
            </a:r>
          </a:p>
          <a:p>
            <a:r>
              <a:rPr lang="en-US" sz="1600" dirty="0"/>
              <a:t>class test(student):</a:t>
            </a:r>
          </a:p>
          <a:p>
            <a:r>
              <a:rPr lang="en-US" sz="1600" dirty="0"/>
              <a:t>        def </a:t>
            </a:r>
            <a:r>
              <a:rPr lang="en-US" sz="1600" dirty="0" err="1"/>
              <a:t>getMarks</a:t>
            </a:r>
            <a:r>
              <a:rPr lang="en-US" sz="1600" dirty="0"/>
              <a:t>(self):</a:t>
            </a:r>
          </a:p>
          <a:p>
            <a:r>
              <a:rPr lang="en-US" sz="1600" dirty="0"/>
              <a:t>            </a:t>
            </a:r>
            <a:r>
              <a:rPr lang="en-US" sz="1600" dirty="0" err="1">
                <a:highlight>
                  <a:srgbClr val="FFFF00"/>
                </a:highlight>
              </a:rPr>
              <a:t>self.stuClass</a:t>
            </a:r>
            <a:r>
              <a:rPr lang="en-US" sz="1600" dirty="0">
                <a:highlight>
                  <a:srgbClr val="FFFF00"/>
                </a:highlight>
              </a:rPr>
              <a:t> = input("Class: ")</a:t>
            </a:r>
          </a:p>
          <a:p>
            <a:r>
              <a:rPr lang="en-US" sz="1600" dirty="0">
                <a:highlight>
                  <a:srgbClr val="FFFF00"/>
                </a:highlight>
              </a:rPr>
              <a:t>            print("Enter the marks of the respective subjects")</a:t>
            </a:r>
          </a:p>
          <a:p>
            <a:r>
              <a:rPr lang="en-US" sz="1600" dirty="0">
                <a:highlight>
                  <a:srgbClr val="FFFF00"/>
                </a:highlight>
              </a:rPr>
              <a:t>            </a:t>
            </a:r>
            <a:r>
              <a:rPr lang="en-US" sz="1600" dirty="0" err="1">
                <a:highlight>
                  <a:srgbClr val="FFFF00"/>
                </a:highlight>
              </a:rPr>
              <a:t>self.literature</a:t>
            </a:r>
            <a:r>
              <a:rPr lang="en-US" sz="1600" dirty="0">
                <a:highlight>
                  <a:srgbClr val="FFFF00"/>
                </a:highlight>
              </a:rPr>
              <a:t> = int(input("Literature: "))</a:t>
            </a:r>
          </a:p>
          <a:p>
            <a:r>
              <a:rPr lang="en-US" sz="1600" dirty="0">
                <a:highlight>
                  <a:srgbClr val="FFFF00"/>
                </a:highlight>
              </a:rPr>
              <a:t>            </a:t>
            </a:r>
            <a:r>
              <a:rPr lang="en-US" sz="1600" dirty="0" err="1">
                <a:highlight>
                  <a:srgbClr val="FFFF00"/>
                </a:highlight>
              </a:rPr>
              <a:t>self.math</a:t>
            </a:r>
            <a:r>
              <a:rPr lang="en-US" sz="1600" dirty="0">
                <a:highlight>
                  <a:srgbClr val="FFFF00"/>
                </a:highlight>
              </a:rPr>
              <a:t> = int(input("Math: "))</a:t>
            </a:r>
          </a:p>
          <a:p>
            <a:r>
              <a:rPr lang="en-US" sz="1600" dirty="0">
                <a:highlight>
                  <a:srgbClr val="FFFF00"/>
                </a:highlight>
              </a:rPr>
              <a:t>            </a:t>
            </a:r>
            <a:r>
              <a:rPr lang="en-US" sz="1600" dirty="0" err="1">
                <a:highlight>
                  <a:srgbClr val="FFFF00"/>
                </a:highlight>
              </a:rPr>
              <a:t>self.biology</a:t>
            </a:r>
            <a:r>
              <a:rPr lang="en-US" sz="1600" dirty="0">
                <a:highlight>
                  <a:srgbClr val="FFFF00"/>
                </a:highlight>
              </a:rPr>
              <a:t> = int(input("Biology: "))</a:t>
            </a:r>
          </a:p>
          <a:p>
            <a:r>
              <a:rPr lang="en-US" sz="1600" dirty="0">
                <a:highlight>
                  <a:srgbClr val="FFFF00"/>
                </a:highlight>
              </a:rPr>
              <a:t>            </a:t>
            </a:r>
            <a:r>
              <a:rPr lang="en-US" sz="1600" dirty="0" err="1">
                <a:highlight>
                  <a:srgbClr val="FFFF00"/>
                </a:highlight>
              </a:rPr>
              <a:t>self.physics</a:t>
            </a:r>
            <a:r>
              <a:rPr lang="en-US" sz="1600" dirty="0">
                <a:highlight>
                  <a:srgbClr val="FFFF00"/>
                </a:highlight>
              </a:rPr>
              <a:t> = int(input("Physics: "))</a:t>
            </a:r>
          </a:p>
          <a:p>
            <a:r>
              <a:rPr lang="en-US" sz="1600" dirty="0"/>
              <a:t>class marks(test):</a:t>
            </a:r>
          </a:p>
          <a:p>
            <a:r>
              <a:rPr lang="en-US" sz="1600" dirty="0"/>
              <a:t>        def display(self):</a:t>
            </a:r>
          </a:p>
          <a:p>
            <a:r>
              <a:rPr lang="en-US" sz="1600" dirty="0"/>
              <a:t>             print("\n\</a:t>
            </a:r>
            <a:r>
              <a:rPr lang="en-US" sz="1600" dirty="0" err="1"/>
              <a:t>nName</a:t>
            </a:r>
            <a:r>
              <a:rPr lang="en-US" sz="1600" dirty="0"/>
              <a:t>: ",self.name)</a:t>
            </a:r>
          </a:p>
          <a:p>
            <a:r>
              <a:rPr lang="en-US" sz="1600" dirty="0"/>
              <a:t>             print("Age: ",</a:t>
            </a:r>
            <a:r>
              <a:rPr lang="en-US" sz="1600" dirty="0" err="1"/>
              <a:t>self.age</a:t>
            </a:r>
            <a:r>
              <a:rPr lang="en-US" sz="1600" dirty="0"/>
              <a:t>)</a:t>
            </a:r>
          </a:p>
          <a:p>
            <a:r>
              <a:rPr lang="en-US" sz="1600" dirty="0"/>
              <a:t>             print("Gender: ",</a:t>
            </a:r>
            <a:r>
              <a:rPr lang="en-US" sz="1600" dirty="0" err="1"/>
              <a:t>self.gender</a:t>
            </a:r>
            <a:r>
              <a:rPr lang="en-US" sz="1600" dirty="0"/>
              <a:t>)</a:t>
            </a:r>
          </a:p>
          <a:p>
            <a:r>
              <a:rPr lang="en-US" sz="1600" dirty="0"/>
              <a:t>            </a:t>
            </a:r>
            <a:r>
              <a:rPr lang="en-US" sz="1600" dirty="0">
                <a:highlight>
                  <a:srgbClr val="FFFF00"/>
                </a:highlight>
              </a:rPr>
              <a:t>print("Study in: ",</a:t>
            </a:r>
            <a:r>
              <a:rPr lang="en-US" sz="1600" dirty="0" err="1">
                <a:highlight>
                  <a:srgbClr val="FFFF00"/>
                </a:highlight>
              </a:rPr>
              <a:t>self.stuClass</a:t>
            </a:r>
            <a:r>
              <a:rPr lang="en-US" sz="1600" dirty="0">
                <a:highlight>
                  <a:srgbClr val="FFFF00"/>
                </a:highlight>
              </a:rPr>
              <a:t>)</a:t>
            </a:r>
          </a:p>
          <a:p>
            <a:r>
              <a:rPr lang="en-US" sz="1600" dirty="0">
                <a:highlight>
                  <a:srgbClr val="FFFF00"/>
                </a:highlight>
              </a:rPr>
              <a:t>             print("Total Marks: ", </a:t>
            </a:r>
            <a:r>
              <a:rPr lang="en-US" sz="1600" dirty="0" err="1">
                <a:highlight>
                  <a:srgbClr val="FFFF00"/>
                </a:highlight>
              </a:rPr>
              <a:t>self.literature</a:t>
            </a:r>
            <a:r>
              <a:rPr lang="en-US" sz="1600" dirty="0">
                <a:highlight>
                  <a:srgbClr val="FFFF00"/>
                </a:highlight>
              </a:rPr>
              <a:t> + </a:t>
            </a:r>
            <a:r>
              <a:rPr lang="en-US" sz="1600" dirty="0" err="1">
                <a:highlight>
                  <a:srgbClr val="FFFF00"/>
                </a:highlight>
              </a:rPr>
              <a:t>self.math</a:t>
            </a:r>
            <a:r>
              <a:rPr lang="en-US" sz="1600" dirty="0">
                <a:highlight>
                  <a:srgbClr val="FFFF00"/>
                </a:highlight>
              </a:rPr>
              <a:t> + </a:t>
            </a:r>
            <a:r>
              <a:rPr lang="en-US" sz="1600" dirty="0" err="1">
                <a:highlight>
                  <a:srgbClr val="FFFF00"/>
                </a:highlight>
              </a:rPr>
              <a:t>self.biology</a:t>
            </a:r>
            <a:r>
              <a:rPr lang="en-US" sz="1600" dirty="0">
                <a:highlight>
                  <a:srgbClr val="FFFF00"/>
                </a:highlight>
              </a:rPr>
              <a:t> + </a:t>
            </a:r>
            <a:r>
              <a:rPr lang="en-US" sz="1600" dirty="0" err="1">
                <a:highlight>
                  <a:srgbClr val="FFFF00"/>
                </a:highlight>
              </a:rPr>
              <a:t>self.physics</a:t>
            </a:r>
            <a:r>
              <a:rPr lang="en-US" sz="1600" dirty="0">
                <a:highlight>
                  <a:srgbClr val="FFFF00"/>
                </a:highlight>
              </a:rPr>
              <a:t>)</a:t>
            </a:r>
          </a:p>
          <a:p>
            <a:r>
              <a:rPr lang="en-US" sz="1600" dirty="0"/>
              <a:t>m1 = marks()</a:t>
            </a:r>
          </a:p>
          <a:p>
            <a:r>
              <a:rPr lang="en-US" sz="1600" dirty="0"/>
              <a:t>m1.getStudent()</a:t>
            </a:r>
          </a:p>
          <a:p>
            <a:r>
              <a:rPr lang="en-US" sz="1600" dirty="0"/>
              <a:t>m1.getMarks()</a:t>
            </a:r>
          </a:p>
          <a:p>
            <a:r>
              <a:rPr lang="en-US" sz="1600" dirty="0"/>
              <a:t>m1.display()</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32912" y="447877"/>
            <a:ext cx="8697351" cy="1569660"/>
          </a:xfrm>
          <a:prstGeom prst="rect">
            <a:avLst/>
          </a:prstGeom>
          <a:noFill/>
        </p:spPr>
        <p:txBody>
          <a:bodyPr wrap="square">
            <a:spAutoFit/>
          </a:bodyPr>
          <a:lstStyle/>
          <a:p>
            <a:r>
              <a:rPr lang="en-US" sz="2400" b="1" i="0" dirty="0">
                <a:solidFill>
                  <a:srgbClr val="273239"/>
                </a:solidFill>
                <a:effectLst/>
                <a:latin typeface="urw-din"/>
              </a:rPr>
              <a:t>Hierarchical Inheritance:</a:t>
            </a:r>
            <a:r>
              <a:rPr lang="en-US" sz="2400" b="0" i="0" dirty="0">
                <a:solidFill>
                  <a:srgbClr val="273239"/>
                </a:solidFill>
                <a:effectLst/>
                <a:latin typeface="urw-din"/>
              </a:rPr>
              <a:t> When more than one derived classes are created from a single base this type of inheritance is called hierarchical inheritance. In this program, we have a parent (base) class and two child (derived) classes.</a:t>
            </a:r>
            <a:endParaRPr lang="en-US" sz="2400" dirty="0"/>
          </a:p>
        </p:txBody>
      </p:sp>
      <p:pic>
        <p:nvPicPr>
          <p:cNvPr id="6146" name="Picture 2" descr="Hierarchical-inheritanc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5112" y="2967696"/>
            <a:ext cx="4552950"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9229" y="335846"/>
            <a:ext cx="6098458" cy="6186309"/>
          </a:xfrm>
          <a:prstGeom prst="rect">
            <a:avLst/>
          </a:prstGeom>
          <a:noFill/>
        </p:spPr>
        <p:txBody>
          <a:bodyPr wrap="square">
            <a:spAutoFit/>
          </a:bodyPr>
          <a:lstStyle/>
          <a:p>
            <a:r>
              <a:rPr lang="en-US" dirty="0"/>
              <a:t># Base class</a:t>
            </a:r>
          </a:p>
          <a:p>
            <a:r>
              <a:rPr lang="en-US" dirty="0"/>
              <a:t>class Parent:</a:t>
            </a:r>
          </a:p>
          <a:p>
            <a:r>
              <a:rPr lang="en-US" dirty="0"/>
              <a:t>      </a:t>
            </a:r>
            <a:r>
              <a:rPr lang="en-US" dirty="0">
                <a:highlight>
                  <a:srgbClr val="FFFF00"/>
                </a:highlight>
              </a:rPr>
              <a:t>def func1(self):</a:t>
            </a:r>
          </a:p>
          <a:p>
            <a:r>
              <a:rPr lang="en-US" dirty="0"/>
              <a:t>          print("This function is in parent class.")</a:t>
            </a:r>
          </a:p>
          <a:p>
            <a:r>
              <a:rPr lang="en-US" dirty="0"/>
              <a:t> </a:t>
            </a:r>
          </a:p>
          <a:p>
            <a:r>
              <a:rPr lang="en-US" dirty="0"/>
              <a:t># Derived class1</a:t>
            </a:r>
          </a:p>
          <a:p>
            <a:r>
              <a:rPr lang="en-US" dirty="0"/>
              <a:t>class Child1(Parent):</a:t>
            </a:r>
          </a:p>
          <a:p>
            <a:r>
              <a:rPr lang="en-US" dirty="0"/>
              <a:t>      </a:t>
            </a:r>
            <a:r>
              <a:rPr lang="en-US" dirty="0">
                <a:highlight>
                  <a:srgbClr val="FFFF00"/>
                </a:highlight>
              </a:rPr>
              <a:t>def func2(self):</a:t>
            </a:r>
          </a:p>
          <a:p>
            <a:r>
              <a:rPr lang="en-US" dirty="0"/>
              <a:t>          print("This function is in child 1.")</a:t>
            </a:r>
          </a:p>
          <a:p>
            <a:r>
              <a:rPr lang="en-US" dirty="0"/>
              <a:t> </a:t>
            </a:r>
          </a:p>
          <a:p>
            <a:r>
              <a:rPr lang="en-US" dirty="0"/>
              <a:t># </a:t>
            </a:r>
            <a:r>
              <a:rPr lang="en-US" dirty="0" err="1"/>
              <a:t>Derivied</a:t>
            </a:r>
            <a:r>
              <a:rPr lang="en-US" dirty="0"/>
              <a:t> class2</a:t>
            </a:r>
          </a:p>
          <a:p>
            <a:r>
              <a:rPr lang="en-US" dirty="0"/>
              <a:t>class Child2(Parent):</a:t>
            </a:r>
          </a:p>
          <a:p>
            <a:r>
              <a:rPr lang="en-US" dirty="0"/>
              <a:t>      def func3(self):</a:t>
            </a:r>
          </a:p>
          <a:p>
            <a:r>
              <a:rPr lang="en-US" dirty="0"/>
              <a:t>          print("This function is in child 2.")</a:t>
            </a:r>
          </a:p>
          <a:p>
            <a:r>
              <a:rPr lang="en-US" dirty="0"/>
              <a:t>  </a:t>
            </a:r>
          </a:p>
          <a:p>
            <a:r>
              <a:rPr lang="en-US" dirty="0"/>
              <a:t># Driver's code</a:t>
            </a:r>
          </a:p>
          <a:p>
            <a:r>
              <a:rPr lang="en-US" dirty="0">
                <a:highlight>
                  <a:srgbClr val="00FF00"/>
                </a:highlight>
              </a:rPr>
              <a:t>object1 = Child1()</a:t>
            </a:r>
          </a:p>
          <a:p>
            <a:r>
              <a:rPr lang="en-US" dirty="0">
                <a:highlight>
                  <a:srgbClr val="00FF00"/>
                </a:highlight>
              </a:rPr>
              <a:t>object2 = Child2()</a:t>
            </a:r>
          </a:p>
          <a:p>
            <a:r>
              <a:rPr lang="en-US" dirty="0"/>
              <a:t>object1.func1()</a:t>
            </a:r>
          </a:p>
          <a:p>
            <a:r>
              <a:rPr lang="en-US" dirty="0"/>
              <a:t>object1.func2()</a:t>
            </a:r>
          </a:p>
          <a:p>
            <a:r>
              <a:rPr lang="en-US" dirty="0"/>
              <a:t>object2.func1()</a:t>
            </a:r>
          </a:p>
          <a:p>
            <a:r>
              <a:rPr lang="en-US" dirty="0"/>
              <a:t>object2.func3()</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4566" y="1459939"/>
            <a:ext cx="8008033" cy="3108543"/>
          </a:xfrm>
          <a:prstGeom prst="rect">
            <a:avLst/>
          </a:prstGeom>
          <a:noFill/>
        </p:spPr>
        <p:txBody>
          <a:bodyPr wrap="square">
            <a:spAutoFit/>
          </a:bodyPr>
          <a:lstStyle/>
          <a:p>
            <a:pPr algn="just"/>
            <a:r>
              <a:rPr lang="en-US" sz="2800" b="0" i="0" dirty="0">
                <a:solidFill>
                  <a:srgbClr val="202124"/>
                </a:solidFill>
                <a:effectLst/>
                <a:latin typeface="Arial" panose="020B0604020202020204" pitchFamily="34" charset="0"/>
              </a:rPr>
              <a:t>In Python, Polymorphism </a:t>
            </a:r>
            <a:r>
              <a:rPr lang="en-US" sz="2800" b="1" i="0" dirty="0">
                <a:solidFill>
                  <a:srgbClr val="202124"/>
                </a:solidFill>
                <a:effectLst/>
                <a:latin typeface="Arial" panose="020B0604020202020204" pitchFamily="34" charset="0"/>
              </a:rPr>
              <a:t>lets us define methods in the child class that have the same name as the methods in the parent class</a:t>
            </a:r>
            <a:r>
              <a:rPr lang="en-US" sz="2800" b="0" i="0" dirty="0">
                <a:solidFill>
                  <a:srgbClr val="202124"/>
                </a:solidFill>
                <a:effectLst/>
                <a:latin typeface="Arial" panose="020B0604020202020204" pitchFamily="34" charset="0"/>
              </a:rPr>
              <a:t>. In inheritance, the child class inherits the methods from the parent class. However, it is possible to modify a method in a child class that it has inherited from the parent class.</a:t>
            </a:r>
            <a:endParaRPr lang="en-US" sz="2800" dirty="0"/>
          </a:p>
        </p:txBody>
      </p:sp>
      <p:sp>
        <p:nvSpPr>
          <p:cNvPr id="2" name="TextBox 1"/>
          <p:cNvSpPr txBox="1"/>
          <p:nvPr/>
        </p:nvSpPr>
        <p:spPr>
          <a:xfrm>
            <a:off x="2518117" y="4839287"/>
            <a:ext cx="4825219" cy="954107"/>
          </a:xfrm>
          <a:prstGeom prst="rect">
            <a:avLst/>
          </a:prstGeom>
          <a:noFill/>
        </p:spPr>
        <p:txBody>
          <a:bodyPr wrap="square" rtlCol="0">
            <a:spAutoFit/>
          </a:bodyPr>
          <a:lstStyle/>
          <a:p>
            <a:pPr marL="457200" indent="-457200">
              <a:buFont typeface="Wingdings" panose="05000000000000000000" pitchFamily="2" charset="2"/>
              <a:buChar char="§"/>
            </a:pPr>
            <a:r>
              <a:rPr lang="en-US" sz="2800" dirty="0"/>
              <a:t>Method Overloading</a:t>
            </a:r>
          </a:p>
          <a:p>
            <a:pPr marL="457200" indent="-457200">
              <a:buFont typeface="Wingdings" panose="05000000000000000000" pitchFamily="2" charset="2"/>
              <a:buChar char="§"/>
            </a:pPr>
            <a:r>
              <a:rPr lang="en-US" sz="2800" dirty="0"/>
              <a:t>Method Overriding</a:t>
            </a:r>
          </a:p>
        </p:txBody>
      </p:sp>
      <p:sp>
        <p:nvSpPr>
          <p:cNvPr id="3" name="TextBox 2"/>
          <p:cNvSpPr txBox="1"/>
          <p:nvPr/>
        </p:nvSpPr>
        <p:spPr>
          <a:xfrm>
            <a:off x="4192172" y="349452"/>
            <a:ext cx="4290647" cy="584775"/>
          </a:xfrm>
          <a:prstGeom prst="rect">
            <a:avLst/>
          </a:prstGeom>
          <a:noFill/>
        </p:spPr>
        <p:txBody>
          <a:bodyPr wrap="square" rtlCol="0">
            <a:spAutoFit/>
          </a:bodyPr>
          <a:lstStyle/>
          <a:p>
            <a:r>
              <a:rPr lang="en-US" sz="3200" b="1" u="sng" dirty="0">
                <a:highlight>
                  <a:srgbClr val="00FF00"/>
                </a:highlight>
              </a:rPr>
              <a:t>Polymorphism</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15925" y="1588770"/>
            <a:ext cx="10854690" cy="4575175"/>
          </a:xfrm>
          <a:prstGeom prst="rect">
            <a:avLst/>
          </a:prstGeom>
          <a:noFill/>
        </p:spPr>
        <p:txBody>
          <a:bodyPr wrap="square">
            <a:noAutofit/>
          </a:bodyPr>
          <a:lstStyle/>
          <a:p>
            <a:r>
              <a:rPr lang="en-US" altLang="en-US" sz="2800" dirty="0"/>
              <a:t>When a subclass provides its own implementation of a method that already exists in the parent class, it is called overriding.</a:t>
            </a:r>
          </a:p>
          <a:p>
            <a:r>
              <a:rPr lang="en-US" altLang="en-US" sz="2800" dirty="0"/>
              <a:t>The method in the subclass replaces the parent’s method.</a:t>
            </a:r>
          </a:p>
          <a:p>
            <a:r>
              <a:rPr lang="en-US" sz="2800" dirty="0"/>
              <a:t>class version1:                                                                         </a:t>
            </a:r>
          </a:p>
          <a:p>
            <a:r>
              <a:rPr lang="en-US" sz="2800" dirty="0"/>
              <a:t>    def </a:t>
            </a:r>
            <a:r>
              <a:rPr lang="en-US" sz="2800" dirty="0">
                <a:highlight>
                  <a:srgbClr val="00FF00"/>
                </a:highlight>
              </a:rPr>
              <a:t>button(</a:t>
            </a:r>
            <a:r>
              <a:rPr lang="en-US" sz="2800" dirty="0"/>
              <a:t>self):</a:t>
            </a:r>
          </a:p>
          <a:p>
            <a:r>
              <a:rPr lang="en-US" sz="2800" dirty="0"/>
              <a:t>        print("color red")</a:t>
            </a:r>
          </a:p>
          <a:p>
            <a:r>
              <a:rPr lang="en-US" sz="2800" dirty="0"/>
              <a:t>class version2(version1):</a:t>
            </a:r>
          </a:p>
          <a:p>
            <a:r>
              <a:rPr lang="en-US" sz="2800" dirty="0"/>
              <a:t>    def </a:t>
            </a:r>
            <a:r>
              <a:rPr lang="en-US" sz="2800" dirty="0">
                <a:highlight>
                  <a:srgbClr val="00FF00"/>
                </a:highlight>
              </a:rPr>
              <a:t>button</a:t>
            </a:r>
            <a:r>
              <a:rPr lang="en-US" sz="2800" dirty="0"/>
              <a:t>(self):</a:t>
            </a:r>
          </a:p>
          <a:p>
            <a:r>
              <a:rPr lang="en-US" sz="2800" dirty="0"/>
              <a:t>        print("color yellow")   </a:t>
            </a:r>
          </a:p>
          <a:p>
            <a:r>
              <a:rPr lang="en-US" sz="2800" dirty="0"/>
              <a:t>a=version2()</a:t>
            </a:r>
          </a:p>
          <a:p>
            <a:r>
              <a:rPr lang="en-US" sz="2800" dirty="0" err="1"/>
              <a:t>a.button</a:t>
            </a:r>
            <a:r>
              <a:rPr lang="en-US" sz="2800" dirty="0"/>
              <a:t>()        </a:t>
            </a:r>
          </a:p>
        </p:txBody>
      </p:sp>
      <p:sp>
        <p:nvSpPr>
          <p:cNvPr id="6" name="TextBox 5"/>
          <p:cNvSpPr txBox="1"/>
          <p:nvPr/>
        </p:nvSpPr>
        <p:spPr>
          <a:xfrm>
            <a:off x="2961249" y="848730"/>
            <a:ext cx="6907237" cy="584775"/>
          </a:xfrm>
          <a:prstGeom prst="rect">
            <a:avLst/>
          </a:prstGeom>
          <a:noFill/>
        </p:spPr>
        <p:txBody>
          <a:bodyPr wrap="square" rtlCol="0">
            <a:spAutoFit/>
          </a:bodyPr>
          <a:lstStyle/>
          <a:p>
            <a:r>
              <a:rPr lang="en-US" sz="3200" b="1" dirty="0"/>
              <a:t>Polymorphism (Overriding)</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8480" y="657225"/>
            <a:ext cx="10217150" cy="5030470"/>
          </a:xfrm>
          <a:prstGeom prst="rect">
            <a:avLst/>
          </a:prstGeom>
          <a:noFill/>
        </p:spPr>
        <p:txBody>
          <a:bodyPr wrap="square">
            <a:noAutofit/>
          </a:bodyPr>
          <a:lstStyle/>
          <a:p>
            <a:r>
              <a:rPr lang="en-US" altLang="en-US" sz="3200" dirty="0"/>
              <a:t>When a class has multiple methods with the same name but different parameters, it is called overloading.</a:t>
            </a:r>
          </a:p>
          <a:p>
            <a:endParaRPr lang="en-US" sz="3200" dirty="0"/>
          </a:p>
          <a:p>
            <a:r>
              <a:rPr lang="en-US" sz="3200" dirty="0"/>
              <a:t>def </a:t>
            </a:r>
            <a:r>
              <a:rPr lang="en-US" sz="3200" dirty="0">
                <a:highlight>
                  <a:srgbClr val="00FF00"/>
                </a:highlight>
              </a:rPr>
              <a:t>product(</a:t>
            </a:r>
            <a:r>
              <a:rPr lang="en-US" sz="3200" dirty="0"/>
              <a:t>a, b):</a:t>
            </a:r>
          </a:p>
          <a:p>
            <a:r>
              <a:rPr lang="en-US" sz="3200" dirty="0"/>
              <a:t>    p = a * b</a:t>
            </a:r>
          </a:p>
          <a:p>
            <a:r>
              <a:rPr lang="en-US" sz="3200" dirty="0"/>
              <a:t>    print(p)</a:t>
            </a:r>
          </a:p>
          <a:p>
            <a:r>
              <a:rPr lang="en-US" sz="3200" dirty="0"/>
              <a:t>      </a:t>
            </a:r>
          </a:p>
          <a:p>
            <a:r>
              <a:rPr lang="en-US" sz="3200" dirty="0"/>
              <a:t>def </a:t>
            </a:r>
            <a:r>
              <a:rPr lang="en-US" sz="3200" dirty="0">
                <a:highlight>
                  <a:srgbClr val="00FF00"/>
                </a:highlight>
              </a:rPr>
              <a:t>product</a:t>
            </a:r>
            <a:r>
              <a:rPr lang="en-US" sz="3200" dirty="0"/>
              <a:t>(a, b, c):</a:t>
            </a:r>
          </a:p>
          <a:p>
            <a:r>
              <a:rPr lang="en-US" sz="3200" dirty="0"/>
              <a:t>    p = a * b*c</a:t>
            </a:r>
          </a:p>
          <a:p>
            <a:r>
              <a:rPr lang="en-US" sz="3200" dirty="0"/>
              <a:t>    print(p)</a:t>
            </a:r>
          </a:p>
          <a:p>
            <a:r>
              <a:rPr lang="en-US" sz="3200" dirty="0"/>
              <a:t>  </a:t>
            </a:r>
          </a:p>
          <a:p>
            <a:r>
              <a:rPr lang="en-US" sz="3200" dirty="0"/>
              <a:t>product(4, 5, 5)</a:t>
            </a:r>
            <a:endParaRPr lang="en-US" dirty="0"/>
          </a:p>
        </p:txBody>
      </p:sp>
      <p:sp>
        <p:nvSpPr>
          <p:cNvPr id="6" name="TextBox 5"/>
          <p:cNvSpPr txBox="1"/>
          <p:nvPr/>
        </p:nvSpPr>
        <p:spPr>
          <a:xfrm>
            <a:off x="1181686" y="295422"/>
            <a:ext cx="2658794" cy="523220"/>
          </a:xfrm>
          <a:prstGeom prst="rect">
            <a:avLst/>
          </a:prstGeom>
          <a:noFill/>
        </p:spPr>
        <p:txBody>
          <a:bodyPr wrap="square" rtlCol="0">
            <a:spAutoFit/>
          </a:bodyPr>
          <a:lstStyle/>
          <a:p>
            <a:r>
              <a:rPr lang="en-US" sz="2800" b="1" u="sng" dirty="0"/>
              <a:t>Overloading</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9172" y="253217"/>
            <a:ext cx="8247186" cy="6340197"/>
          </a:xfrm>
          <a:prstGeom prst="rect">
            <a:avLst/>
          </a:prstGeom>
          <a:noFill/>
        </p:spPr>
        <p:txBody>
          <a:bodyPr wrap="square">
            <a:spAutoFit/>
          </a:bodyPr>
          <a:lstStyle/>
          <a:p>
            <a:r>
              <a:rPr lang="en-US" sz="1400" dirty="0">
                <a:highlight>
                  <a:srgbClr val="00FF00"/>
                </a:highlight>
              </a:rPr>
              <a:t>class Cat:</a:t>
            </a:r>
          </a:p>
          <a:p>
            <a:r>
              <a:rPr lang="en-US" sz="1400" dirty="0"/>
              <a:t>    def </a:t>
            </a:r>
            <a:r>
              <a:rPr lang="en-US" sz="1400" dirty="0">
                <a:highlight>
                  <a:srgbClr val="FFFF00"/>
                </a:highlight>
              </a:rPr>
              <a:t>__</a:t>
            </a:r>
            <a:r>
              <a:rPr lang="en-US" sz="1400" dirty="0" err="1">
                <a:highlight>
                  <a:srgbClr val="FFFF00"/>
                </a:highlight>
              </a:rPr>
              <a:t>init</a:t>
            </a:r>
            <a:r>
              <a:rPr lang="en-US" sz="1400" dirty="0">
                <a:highlight>
                  <a:srgbClr val="FFFF00"/>
                </a:highlight>
              </a:rPr>
              <a:t>__(</a:t>
            </a:r>
            <a:r>
              <a:rPr lang="en-US" sz="1400" dirty="0"/>
              <a:t>self, name, age):</a:t>
            </a:r>
          </a:p>
          <a:p>
            <a:r>
              <a:rPr lang="en-US" sz="1400" dirty="0"/>
              <a:t>        self.name = name</a:t>
            </a:r>
          </a:p>
          <a:p>
            <a:r>
              <a:rPr lang="en-US" sz="1400" dirty="0"/>
              <a:t>        </a:t>
            </a:r>
            <a:r>
              <a:rPr lang="en-US" sz="1400" dirty="0" err="1"/>
              <a:t>self.age</a:t>
            </a:r>
            <a:r>
              <a:rPr lang="en-US" sz="1400" dirty="0"/>
              <a:t> = age</a:t>
            </a:r>
          </a:p>
          <a:p>
            <a:endParaRPr lang="en-US" sz="1400" dirty="0"/>
          </a:p>
          <a:p>
            <a:r>
              <a:rPr lang="en-US" sz="1400" dirty="0"/>
              <a:t>    def </a:t>
            </a:r>
            <a:r>
              <a:rPr lang="en-US" sz="1400" dirty="0">
                <a:highlight>
                  <a:srgbClr val="FFFF00"/>
                </a:highlight>
              </a:rPr>
              <a:t>info</a:t>
            </a:r>
            <a:r>
              <a:rPr lang="en-US" sz="1400" dirty="0"/>
              <a:t>(self):</a:t>
            </a:r>
          </a:p>
          <a:p>
            <a:r>
              <a:rPr lang="en-US" sz="1400" dirty="0"/>
              <a:t>        print(</a:t>
            </a:r>
            <a:r>
              <a:rPr lang="en-US" sz="1400" dirty="0" err="1"/>
              <a:t>f"I</a:t>
            </a:r>
            <a:r>
              <a:rPr lang="en-US" sz="1400" dirty="0"/>
              <a:t> am a cat. My name is {self.name}. I am {</a:t>
            </a:r>
            <a:r>
              <a:rPr lang="en-US" sz="1400" dirty="0" err="1"/>
              <a:t>self.age</a:t>
            </a:r>
            <a:r>
              <a:rPr lang="en-US" sz="1400" dirty="0"/>
              <a:t>} years old.")</a:t>
            </a:r>
          </a:p>
          <a:p>
            <a:r>
              <a:rPr lang="en-US" sz="1400" dirty="0"/>
              <a:t>    def </a:t>
            </a:r>
            <a:r>
              <a:rPr lang="en-US" sz="1400" dirty="0" err="1">
                <a:highlight>
                  <a:srgbClr val="FFFF00"/>
                </a:highlight>
              </a:rPr>
              <a:t>make_sound</a:t>
            </a:r>
            <a:r>
              <a:rPr lang="en-US" sz="1400" dirty="0"/>
              <a:t>(self):</a:t>
            </a:r>
          </a:p>
          <a:p>
            <a:r>
              <a:rPr lang="en-US" sz="1400" dirty="0"/>
              <a:t>        print("Meow")</a:t>
            </a:r>
          </a:p>
          <a:p>
            <a:endParaRPr lang="en-US" sz="1400" dirty="0"/>
          </a:p>
          <a:p>
            <a:endParaRPr lang="en-US" sz="1400" dirty="0"/>
          </a:p>
          <a:p>
            <a:r>
              <a:rPr lang="en-US" sz="1400" dirty="0">
                <a:highlight>
                  <a:srgbClr val="00FF00"/>
                </a:highlight>
              </a:rPr>
              <a:t>class Dog:</a:t>
            </a:r>
          </a:p>
          <a:p>
            <a:r>
              <a:rPr lang="en-US" sz="1400" dirty="0"/>
              <a:t>    def </a:t>
            </a:r>
            <a:r>
              <a:rPr lang="en-US" sz="1400" dirty="0">
                <a:highlight>
                  <a:srgbClr val="FFFF00"/>
                </a:highlight>
              </a:rPr>
              <a:t>__</a:t>
            </a:r>
            <a:r>
              <a:rPr lang="en-US" sz="1400" dirty="0" err="1">
                <a:highlight>
                  <a:srgbClr val="FFFF00"/>
                </a:highlight>
              </a:rPr>
              <a:t>init</a:t>
            </a:r>
            <a:r>
              <a:rPr lang="en-US" sz="1400" dirty="0">
                <a:highlight>
                  <a:srgbClr val="FFFF00"/>
                </a:highlight>
              </a:rPr>
              <a:t>__(</a:t>
            </a:r>
            <a:r>
              <a:rPr lang="en-US" sz="1400" dirty="0"/>
              <a:t>self, name, age):</a:t>
            </a:r>
          </a:p>
          <a:p>
            <a:r>
              <a:rPr lang="en-US" sz="1400" dirty="0"/>
              <a:t>        self.name = name</a:t>
            </a:r>
          </a:p>
          <a:p>
            <a:r>
              <a:rPr lang="en-US" sz="1400" dirty="0"/>
              <a:t>        </a:t>
            </a:r>
            <a:r>
              <a:rPr lang="en-US" sz="1400" dirty="0" err="1"/>
              <a:t>self.age</a:t>
            </a:r>
            <a:r>
              <a:rPr lang="en-US" sz="1400" dirty="0"/>
              <a:t> = age</a:t>
            </a:r>
          </a:p>
          <a:p>
            <a:endParaRPr lang="en-US" sz="1400" dirty="0"/>
          </a:p>
          <a:p>
            <a:r>
              <a:rPr lang="en-US" sz="1400" dirty="0"/>
              <a:t>    def </a:t>
            </a:r>
            <a:r>
              <a:rPr lang="en-US" sz="1400" dirty="0">
                <a:highlight>
                  <a:srgbClr val="FFFF00"/>
                </a:highlight>
              </a:rPr>
              <a:t>info</a:t>
            </a:r>
            <a:r>
              <a:rPr lang="en-US" sz="1400" dirty="0"/>
              <a:t>(self):</a:t>
            </a:r>
          </a:p>
          <a:p>
            <a:r>
              <a:rPr lang="en-US" sz="1400" dirty="0"/>
              <a:t>        print(</a:t>
            </a:r>
            <a:r>
              <a:rPr lang="en-US" sz="1400" dirty="0" err="1"/>
              <a:t>f"I</a:t>
            </a:r>
            <a:r>
              <a:rPr lang="en-US" sz="1400" dirty="0"/>
              <a:t> am a dog. My name is {self.name}. I am {</a:t>
            </a:r>
            <a:r>
              <a:rPr lang="en-US" sz="1400" dirty="0" err="1"/>
              <a:t>self.age</a:t>
            </a:r>
            <a:r>
              <a:rPr lang="en-US" sz="1400" dirty="0"/>
              <a:t>} years old.")</a:t>
            </a:r>
          </a:p>
          <a:p>
            <a:endParaRPr lang="en-US" sz="1400" dirty="0"/>
          </a:p>
          <a:p>
            <a:r>
              <a:rPr lang="en-US" sz="1400" dirty="0"/>
              <a:t>    def </a:t>
            </a:r>
            <a:r>
              <a:rPr lang="en-US" sz="1400" dirty="0" err="1">
                <a:highlight>
                  <a:srgbClr val="FFFF00"/>
                </a:highlight>
              </a:rPr>
              <a:t>make_sound</a:t>
            </a:r>
            <a:r>
              <a:rPr lang="en-US" sz="1400" dirty="0"/>
              <a:t>(self):</a:t>
            </a:r>
          </a:p>
          <a:p>
            <a:r>
              <a:rPr lang="en-US" sz="1400" dirty="0"/>
              <a:t>        print("Bark")</a:t>
            </a:r>
          </a:p>
          <a:p>
            <a:endParaRPr lang="en-US" sz="1400" dirty="0"/>
          </a:p>
          <a:p>
            <a:r>
              <a:rPr lang="en-US" sz="1400" dirty="0"/>
              <a:t>cat1 = Cat("Kitty", 2.5)</a:t>
            </a:r>
          </a:p>
          <a:p>
            <a:r>
              <a:rPr lang="en-US" sz="1400" dirty="0"/>
              <a:t>dog1 = Dog("Fluffy", 4)</a:t>
            </a:r>
          </a:p>
          <a:p>
            <a:endParaRPr lang="en-US" sz="1400" dirty="0"/>
          </a:p>
          <a:p>
            <a:r>
              <a:rPr lang="en-US" sz="1400" dirty="0"/>
              <a:t>for animal in (cat1, dog1):</a:t>
            </a:r>
          </a:p>
          <a:p>
            <a:r>
              <a:rPr lang="en-US" sz="1400" dirty="0"/>
              <a:t>    </a:t>
            </a:r>
            <a:r>
              <a:rPr lang="en-US" sz="1400" dirty="0" err="1"/>
              <a:t>animal.make_sound</a:t>
            </a:r>
            <a:r>
              <a:rPr lang="en-US" sz="1400" dirty="0"/>
              <a:t>()</a:t>
            </a:r>
          </a:p>
          <a:p>
            <a:r>
              <a:rPr lang="en-US" sz="1400" dirty="0"/>
              <a:t>    animal.info()</a:t>
            </a:r>
          </a:p>
          <a:p>
            <a:r>
              <a:rPr lang="en-US" sz="1400" dirty="0"/>
              <a: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15794" y="829884"/>
            <a:ext cx="10272932" cy="2677656"/>
          </a:xfrm>
          <a:prstGeom prst="rect">
            <a:avLst/>
          </a:prstGeom>
          <a:noFill/>
        </p:spPr>
        <p:txBody>
          <a:bodyPr wrap="square">
            <a:spAutoFit/>
          </a:bodyPr>
          <a:lstStyle/>
          <a:p>
            <a:pPr algn="l"/>
            <a:r>
              <a:rPr lang="en-US" sz="2800" b="1" i="0" dirty="0">
                <a:solidFill>
                  <a:srgbClr val="0B2E4D"/>
                </a:solidFill>
                <a:effectLst/>
                <a:latin typeface="Jost"/>
              </a:rPr>
              <a:t>__</a:t>
            </a:r>
            <a:r>
              <a:rPr lang="en-US" sz="2800" b="1" i="0" dirty="0" err="1">
                <a:solidFill>
                  <a:srgbClr val="0B2E4D"/>
                </a:solidFill>
                <a:effectLst/>
                <a:latin typeface="Jost"/>
              </a:rPr>
              <a:t>init</a:t>
            </a:r>
            <a:r>
              <a:rPr lang="en-US" sz="2800" b="1" i="0" dirty="0">
                <a:solidFill>
                  <a:srgbClr val="0B2E4D"/>
                </a:solidFill>
                <a:effectLst/>
                <a:latin typeface="Jost"/>
              </a:rPr>
              <a:t>__ :</a:t>
            </a:r>
          </a:p>
          <a:p>
            <a:pPr algn="l"/>
            <a:endParaRPr lang="en-US" sz="2800" b="1" i="0" dirty="0">
              <a:solidFill>
                <a:srgbClr val="0B2E4D"/>
              </a:solidFill>
              <a:effectLst/>
              <a:latin typeface="Jost"/>
            </a:endParaRPr>
          </a:p>
          <a:p>
            <a:pPr algn="l"/>
            <a:r>
              <a:rPr lang="en-US" sz="2800" b="0" i="0" dirty="0">
                <a:solidFill>
                  <a:srgbClr val="333333"/>
                </a:solidFill>
                <a:effectLst/>
                <a:latin typeface="Jost"/>
              </a:rPr>
              <a:t>"__</a:t>
            </a:r>
            <a:r>
              <a:rPr lang="en-US" sz="2800" b="0" i="0" dirty="0" err="1">
                <a:solidFill>
                  <a:srgbClr val="333333"/>
                </a:solidFill>
                <a:effectLst/>
                <a:latin typeface="Jost"/>
              </a:rPr>
              <a:t>init</a:t>
            </a:r>
            <a:r>
              <a:rPr lang="en-US" sz="2800" b="0" i="0" dirty="0">
                <a:solidFill>
                  <a:srgbClr val="333333"/>
                </a:solidFill>
                <a:effectLst/>
                <a:latin typeface="Jost"/>
              </a:rPr>
              <a:t>__" is a </a:t>
            </a:r>
            <a:r>
              <a:rPr lang="en-US" sz="2800" b="0" i="0" dirty="0" err="1">
                <a:solidFill>
                  <a:srgbClr val="333333"/>
                </a:solidFill>
                <a:effectLst/>
                <a:latin typeface="Jost"/>
              </a:rPr>
              <a:t>reseved</a:t>
            </a:r>
            <a:r>
              <a:rPr lang="en-US" sz="2800" b="0" i="0" dirty="0">
                <a:solidFill>
                  <a:srgbClr val="333333"/>
                </a:solidFill>
                <a:effectLst/>
                <a:latin typeface="Jost"/>
              </a:rPr>
              <a:t> method in python classes. It is known as a constructor in object oriented concepts. This method called when an object is created from the class and it allow the class to initialize the attributes of a class.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22363" y="1218422"/>
            <a:ext cx="10058400" cy="4524315"/>
          </a:xfrm>
          <a:prstGeom prst="rect">
            <a:avLst/>
          </a:prstGeom>
          <a:noFill/>
        </p:spPr>
        <p:txBody>
          <a:bodyPr wrap="square">
            <a:spAutoFit/>
          </a:bodyPr>
          <a:lstStyle/>
          <a:p>
            <a:pPr algn="just"/>
            <a:r>
              <a:rPr lang="en-US" sz="3200" dirty="0"/>
              <a:t>What is the use of Self in Python?</a:t>
            </a:r>
          </a:p>
          <a:p>
            <a:pPr algn="just"/>
            <a:endParaRPr lang="en-US" sz="3200" dirty="0"/>
          </a:p>
          <a:p>
            <a:pPr algn="just"/>
            <a:r>
              <a:rPr lang="en-US" sz="3200" dirty="0"/>
              <a:t>The self is used to represent the instance of the class. With this keyword, you can access the attributes and methods of the class in python. It binds the attributes with the given arguments. The reason why we use self is that Python does not use the ‘@’ syntax to refer to instance attributes. In Python, we have methods that make the instance to be passed automatically, but not received automatically</a:t>
            </a:r>
            <a:r>
              <a:rPr lang="en-US" sz="2400" dirty="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12874" y="1556775"/>
            <a:ext cx="9369081" cy="4399915"/>
          </a:xfrm>
          <a:prstGeom prst="rect">
            <a:avLst/>
          </a:prstGeom>
          <a:noFill/>
        </p:spPr>
        <p:txBody>
          <a:bodyPr wrap="square">
            <a:spAutoFit/>
          </a:bodyPr>
          <a:lstStyle/>
          <a:p>
            <a:pPr algn="just"/>
            <a:r>
              <a:rPr lang="en-US" sz="2800" b="0" i="0" dirty="0">
                <a:solidFill>
                  <a:srgbClr val="273239"/>
                </a:solidFill>
                <a:effectLst/>
                <a:latin typeface="urw-din"/>
              </a:rPr>
              <a:t>Encapsulation is one of the fundamental concepts in object-oriented programming (OOP).</a:t>
            </a:r>
          </a:p>
          <a:p>
            <a:pPr algn="just"/>
            <a:r>
              <a:rPr lang="en-US" sz="2800" b="0" i="0" dirty="0">
                <a:solidFill>
                  <a:srgbClr val="273239"/>
                </a:solidFill>
                <a:effectLst/>
                <a:latin typeface="urw-din"/>
              </a:rPr>
              <a:t> It describes the idea of wrapping data and the methods that work on data within one unit. This puts restrictions on accessing variables and methods directly and can prevent the accidental modification of data. </a:t>
            </a:r>
          </a:p>
          <a:p>
            <a:pPr algn="just"/>
            <a:r>
              <a:rPr lang="en-US" sz="2800" b="0" i="0" dirty="0">
                <a:solidFill>
                  <a:srgbClr val="273239"/>
                </a:solidFill>
                <a:effectLst/>
                <a:latin typeface="urw-din"/>
              </a:rPr>
              <a:t>To prevent accidental change, an object’s variable can only be changed by an object’s method. Those types of variables are known as </a:t>
            </a:r>
            <a:r>
              <a:rPr lang="en-US" sz="2800" b="1" i="0" dirty="0">
                <a:solidFill>
                  <a:srgbClr val="273239"/>
                </a:solidFill>
                <a:effectLst/>
                <a:latin typeface="urw-din"/>
              </a:rPr>
              <a:t>private variable</a:t>
            </a:r>
            <a:r>
              <a:rPr lang="en-US" sz="2800" b="0" i="0" dirty="0">
                <a:solidFill>
                  <a:srgbClr val="273239"/>
                </a:solidFill>
                <a:effectLst/>
                <a:latin typeface="urw-din"/>
              </a:rPr>
              <a:t>. </a:t>
            </a:r>
            <a:endParaRPr lang="en-US" sz="2800" dirty="0"/>
          </a:p>
        </p:txBody>
      </p:sp>
      <p:sp>
        <p:nvSpPr>
          <p:cNvPr id="7" name="TextBox 6"/>
          <p:cNvSpPr txBox="1"/>
          <p:nvPr/>
        </p:nvSpPr>
        <p:spPr>
          <a:xfrm>
            <a:off x="3640015" y="666429"/>
            <a:ext cx="6098344" cy="584775"/>
          </a:xfrm>
          <a:prstGeom prst="rect">
            <a:avLst/>
          </a:prstGeom>
          <a:noFill/>
        </p:spPr>
        <p:txBody>
          <a:bodyPr wrap="square">
            <a:spAutoFit/>
          </a:bodyPr>
          <a:lstStyle/>
          <a:p>
            <a:r>
              <a:rPr lang="en-US" sz="3200" b="1" i="1" u="sng" dirty="0">
                <a:effectLst>
                  <a:outerShdw blurRad="38100" dist="38100" dir="2700000" algn="tl">
                    <a:srgbClr val="000000">
                      <a:alpha val="43137"/>
                    </a:srgbClr>
                  </a:outerShdw>
                </a:effectLst>
              </a:rPr>
              <a:t>Encapsulation</a:t>
            </a:r>
            <a:endParaRPr lang="en-US" sz="2400" b="1" i="1" u="sng"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46982" y="1284405"/>
            <a:ext cx="9822766" cy="3108543"/>
          </a:xfrm>
          <a:prstGeom prst="rect">
            <a:avLst/>
          </a:prstGeom>
          <a:noFill/>
        </p:spPr>
        <p:txBody>
          <a:bodyPr wrap="square">
            <a:spAutoFit/>
          </a:bodyPr>
          <a:lstStyle/>
          <a:p>
            <a:pPr algn="l" fontAlgn="base">
              <a:buFont typeface="Arial" panose="020B0604020202020204" pitchFamily="34" charset="0"/>
              <a:buChar char="•"/>
            </a:pPr>
            <a:r>
              <a:rPr lang="en-US" sz="2800" b="0" i="0" dirty="0">
                <a:solidFill>
                  <a:srgbClr val="273239"/>
                </a:solidFill>
                <a:effectLst/>
                <a:latin typeface="urw-din"/>
              </a:rPr>
              <a:t>If the class member declared as </a:t>
            </a:r>
            <a:r>
              <a:rPr lang="en-US" sz="2800" b="0" i="0" dirty="0">
                <a:solidFill>
                  <a:srgbClr val="273239"/>
                </a:solidFill>
                <a:effectLst/>
                <a:highlight>
                  <a:srgbClr val="FFFF00"/>
                </a:highlight>
                <a:latin typeface="urw-din"/>
              </a:rPr>
              <a:t>public</a:t>
            </a:r>
            <a:r>
              <a:rPr lang="en-US" sz="2800" b="0" i="0" dirty="0">
                <a:solidFill>
                  <a:srgbClr val="273239"/>
                </a:solidFill>
                <a:effectLst/>
                <a:latin typeface="urw-din"/>
              </a:rPr>
              <a:t> then it can be accessed everywhere.</a:t>
            </a:r>
          </a:p>
          <a:p>
            <a:pPr algn="l" fontAlgn="base">
              <a:buFont typeface="Arial" panose="020B0604020202020204" pitchFamily="34" charset="0"/>
              <a:buChar char="•"/>
            </a:pPr>
            <a:r>
              <a:rPr lang="en-US" sz="2800" b="0" i="0" dirty="0">
                <a:solidFill>
                  <a:srgbClr val="273239"/>
                </a:solidFill>
                <a:effectLst/>
                <a:latin typeface="urw-din"/>
              </a:rPr>
              <a:t>If the class members declared as </a:t>
            </a:r>
            <a:r>
              <a:rPr lang="en-US" sz="2800" b="0" i="0" dirty="0">
                <a:solidFill>
                  <a:srgbClr val="273239"/>
                </a:solidFill>
                <a:effectLst/>
                <a:highlight>
                  <a:srgbClr val="FFFF00"/>
                </a:highlight>
                <a:latin typeface="urw-din"/>
              </a:rPr>
              <a:t>protected</a:t>
            </a:r>
            <a:r>
              <a:rPr lang="en-US" sz="2800" b="0" i="0" dirty="0">
                <a:solidFill>
                  <a:srgbClr val="273239"/>
                </a:solidFill>
                <a:effectLst/>
                <a:latin typeface="urw-din"/>
              </a:rPr>
              <a:t> then it can be accessed only within the class itself and by inheriting and parent classes.</a:t>
            </a:r>
          </a:p>
          <a:p>
            <a:pPr algn="l" fontAlgn="base">
              <a:buFont typeface="Arial" panose="020B0604020202020204" pitchFamily="34" charset="0"/>
              <a:buChar char="•"/>
            </a:pPr>
            <a:r>
              <a:rPr lang="en-US" sz="2800" b="0" i="0" dirty="0">
                <a:solidFill>
                  <a:srgbClr val="273239"/>
                </a:solidFill>
                <a:effectLst/>
                <a:latin typeface="urw-din"/>
              </a:rPr>
              <a:t>If the class members declared as </a:t>
            </a:r>
            <a:r>
              <a:rPr lang="en-US" sz="2800" b="0" i="0" dirty="0">
                <a:solidFill>
                  <a:srgbClr val="273239"/>
                </a:solidFill>
                <a:effectLst/>
                <a:highlight>
                  <a:srgbClr val="FFFF00"/>
                </a:highlight>
                <a:latin typeface="urw-din"/>
              </a:rPr>
              <a:t>private</a:t>
            </a:r>
            <a:r>
              <a:rPr lang="en-US" sz="2800" b="0" i="0" dirty="0">
                <a:solidFill>
                  <a:srgbClr val="273239"/>
                </a:solidFill>
                <a:effectLst/>
                <a:latin typeface="urw-din"/>
              </a:rPr>
              <a:t> then it may only be accessed by the class that defines the member.</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12874" y="858129"/>
            <a:ext cx="3840480" cy="523220"/>
          </a:xfrm>
          <a:prstGeom prst="rect">
            <a:avLst/>
          </a:prstGeom>
          <a:noFill/>
        </p:spPr>
        <p:txBody>
          <a:bodyPr wrap="square" rtlCol="0">
            <a:spAutoFit/>
          </a:bodyPr>
          <a:lstStyle/>
          <a:p>
            <a:r>
              <a:rPr lang="en-US" sz="2800" b="1" u="sng" dirty="0"/>
              <a:t>Encapsulation</a:t>
            </a:r>
          </a:p>
        </p:txBody>
      </p:sp>
      <p:sp>
        <p:nvSpPr>
          <p:cNvPr id="6" name="TextBox 5"/>
          <p:cNvSpPr txBox="1"/>
          <p:nvPr/>
        </p:nvSpPr>
        <p:spPr>
          <a:xfrm>
            <a:off x="3046828" y="1837401"/>
            <a:ext cx="6098344" cy="3970318"/>
          </a:xfrm>
          <a:prstGeom prst="rect">
            <a:avLst/>
          </a:prstGeom>
          <a:noFill/>
        </p:spPr>
        <p:txBody>
          <a:bodyPr wrap="square">
            <a:spAutoFit/>
          </a:bodyPr>
          <a:lstStyle/>
          <a:p>
            <a:r>
              <a:rPr lang="en-US" sz="2800" dirty="0"/>
              <a:t>class employee(object):</a:t>
            </a:r>
          </a:p>
          <a:p>
            <a:r>
              <a:rPr lang="en-US" sz="2800" dirty="0"/>
              <a:t>   def __</a:t>
            </a:r>
            <a:r>
              <a:rPr lang="en-US" sz="2800" dirty="0" err="1"/>
              <a:t>init</a:t>
            </a:r>
            <a:r>
              <a:rPr lang="en-US" sz="2800" dirty="0"/>
              <a:t>__(self):   </a:t>
            </a:r>
          </a:p>
          <a:p>
            <a:r>
              <a:rPr lang="en-US" sz="2800" dirty="0"/>
              <a:t>     self.name = “</a:t>
            </a:r>
            <a:r>
              <a:rPr lang="en-US" sz="2800" dirty="0" err="1"/>
              <a:t>syscom</a:t>
            </a:r>
            <a:r>
              <a:rPr lang="en-US" sz="2800" dirty="0"/>
              <a:t>”</a:t>
            </a:r>
          </a:p>
          <a:p>
            <a:r>
              <a:rPr lang="en-US" sz="2800" dirty="0"/>
              <a:t>     </a:t>
            </a:r>
            <a:r>
              <a:rPr lang="en-US" sz="2800" dirty="0" err="1"/>
              <a:t>self._age</a:t>
            </a:r>
            <a:r>
              <a:rPr lang="en-US" sz="2800" dirty="0"/>
              <a:t> = 25</a:t>
            </a:r>
          </a:p>
          <a:p>
            <a:r>
              <a:rPr lang="en-US" sz="2800" dirty="0"/>
              <a:t>     </a:t>
            </a:r>
            <a:r>
              <a:rPr lang="en-US" sz="2800" dirty="0" err="1"/>
              <a:t>self.__salary</a:t>
            </a:r>
            <a:r>
              <a:rPr lang="en-US" sz="2800" dirty="0"/>
              <a:t> = 1234</a:t>
            </a:r>
          </a:p>
          <a:p>
            <a:r>
              <a:rPr lang="en-US" sz="2800" dirty="0"/>
              <a:t> </a:t>
            </a:r>
          </a:p>
          <a:p>
            <a:r>
              <a:rPr lang="en-US" sz="2800" dirty="0"/>
              <a:t>object1 = employee()</a:t>
            </a:r>
          </a:p>
          <a:p>
            <a:r>
              <a:rPr lang="en-US" sz="2800" dirty="0"/>
              <a:t>print(object1.name)</a:t>
            </a:r>
          </a:p>
          <a:p>
            <a:r>
              <a:rPr lang="en-US" sz="2800" dirty="0"/>
              <a:t>print(object1._age)</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2"/>
            </p:custDataLst>
          </p:nvPr>
        </p:nvSpPr>
        <p:spPr/>
        <p:txBody>
          <a:bodyPr wrap="square">
            <a:normAutofit/>
          </a:bodyPr>
          <a:lstStyle/>
          <a:p>
            <a:r>
              <a:rPr lang="en-US" spc="0">
                <a:latin typeface="+mj-lt"/>
              </a:rPr>
              <a:t>Your title here</a:t>
            </a:r>
            <a:endParaRPr lang="en-US" spc="0"/>
          </a:p>
        </p:txBody>
      </p:sp>
      <p:pic>
        <p:nvPicPr>
          <p:cNvPr id="2" name="图片 1"/>
          <p:cNvPicPr>
            <a:picLocks noChangeAspect="1"/>
          </p:cNvPicPr>
          <p:nvPr>
            <p:custDataLst>
              <p:tags r:id="rId3"/>
            </p:custDataLst>
          </p:nvPr>
        </p:nvPicPr>
        <p:blipFill rotWithShape="1">
          <a:blip r:embed="rId21" cstate="print">
            <a:extLst>
              <a:ext uri="{28A0092B-C50C-407E-A947-70E740481C1C}">
                <a14:useLocalDpi xmlns:a14="http://schemas.microsoft.com/office/drawing/2010/main" val="0"/>
              </a:ext>
            </a:extLst>
          </a:blip>
          <a:srcRect l="8210" r="8210"/>
          <a:stretch>
            <a:fillRect/>
          </a:stretch>
        </p:blipFill>
        <p:spPr>
          <a:xfrm>
            <a:off x="3471172" y="1360193"/>
            <a:ext cx="2458799" cy="1969547"/>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pic>
        <p:nvPicPr>
          <p:cNvPr id="3" name="图片 2"/>
          <p:cNvPicPr>
            <a:picLocks noChangeAspect="1"/>
          </p:cNvPicPr>
          <p:nvPr>
            <p:custDataLst>
              <p:tags r:id="rId4"/>
            </p:custDataLst>
          </p:nvPr>
        </p:nvPicPr>
        <p:blipFill rotWithShape="1">
          <a:blip r:embed="rId22">
            <a:extLst>
              <a:ext uri="{28A0092B-C50C-407E-A947-70E740481C1C}">
                <a14:useLocalDpi xmlns:a14="http://schemas.microsoft.com/office/drawing/2010/main" val="0"/>
              </a:ext>
            </a:extLst>
          </a:blip>
          <a:srcRect l="5716" r="37389" b="31673"/>
          <a:stretch>
            <a:fillRect/>
          </a:stretch>
        </p:blipFill>
        <p:spPr>
          <a:xfrm>
            <a:off x="9041458" y="1360193"/>
            <a:ext cx="2458799" cy="1969547"/>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pic>
        <p:nvPicPr>
          <p:cNvPr id="4" name="图片 3"/>
          <p:cNvPicPr>
            <a:picLocks noChangeAspect="1"/>
          </p:cNvPicPr>
          <p:nvPr>
            <p:custDataLst>
              <p:tags r:id="rId5"/>
            </p:custDataLst>
          </p:nvPr>
        </p:nvPicPr>
        <p:blipFill rotWithShape="1">
          <a:blip r:embed="rId23">
            <a:extLst>
              <a:ext uri="{28A0092B-C50C-407E-A947-70E740481C1C}">
                <a14:useLocalDpi xmlns:a14="http://schemas.microsoft.com/office/drawing/2010/main" val="0"/>
              </a:ext>
            </a:extLst>
          </a:blip>
          <a:srcRect l="40780" t="20041" r="4922"/>
          <a:stretch>
            <a:fillRect/>
          </a:stretch>
        </p:blipFill>
        <p:spPr>
          <a:xfrm>
            <a:off x="691109" y="1360193"/>
            <a:ext cx="2458799" cy="1969547"/>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pic>
        <p:nvPicPr>
          <p:cNvPr id="5" name="图片 4"/>
          <p:cNvPicPr>
            <a:picLocks noChangeAspect="1"/>
          </p:cNvPicPr>
          <p:nvPr>
            <p:custDataLst>
              <p:tags r:id="rId6"/>
            </p:custDataLst>
          </p:nvPr>
        </p:nvPicPr>
        <p:blipFill rotWithShape="1">
          <a:blip r:embed="rId24" cstate="print">
            <a:extLst>
              <a:ext uri="{28A0092B-C50C-407E-A947-70E740481C1C}">
                <a14:useLocalDpi xmlns:a14="http://schemas.microsoft.com/office/drawing/2010/main" val="0"/>
              </a:ext>
            </a:extLst>
          </a:blip>
          <a:srcRect l="15788" r="944"/>
          <a:stretch>
            <a:fillRect/>
          </a:stretch>
        </p:blipFill>
        <p:spPr>
          <a:xfrm>
            <a:off x="6267110" y="1360193"/>
            <a:ext cx="2458799" cy="1969547"/>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cxnSp>
        <p:nvCxnSpPr>
          <p:cNvPr id="6" name="直接连接符 5"/>
          <p:cNvCxnSpPr/>
          <p:nvPr>
            <p:custDataLst>
              <p:tags r:id="rId7"/>
            </p:custDataLst>
          </p:nvPr>
        </p:nvCxnSpPr>
        <p:spPr>
          <a:xfrm flipV="1">
            <a:off x="710159" y="3490009"/>
            <a:ext cx="0" cy="2722335"/>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8" name="矩形 7"/>
          <p:cNvSpPr/>
          <p:nvPr>
            <p:custDataLst>
              <p:tags r:id="rId8"/>
            </p:custDataLst>
          </p:nvPr>
        </p:nvSpPr>
        <p:spPr>
          <a:xfrm>
            <a:off x="905106" y="4316153"/>
            <a:ext cx="2029631" cy="1896153"/>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1400" kern="0" dirty="0">
                <a:ln>
                  <a:noFill/>
                  <a:prstDash val="sysDot"/>
                </a:ln>
                <a:solidFill>
                  <a:schemeClr val="tx1">
                    <a:lumMod val="85000"/>
                    <a:lumOff val="15000"/>
                  </a:schemeClr>
                </a:solidFill>
                <a:latin typeface="+mn-lt"/>
                <a:sym typeface="+mn-ea"/>
              </a:rPr>
              <a:t>Presentations are communication tools that can be used as demonstrations.</a:t>
            </a:r>
            <a:endParaRPr lang="en-US" sz="1400" kern="0" dirty="0">
              <a:ln>
                <a:noFill/>
                <a:prstDash val="sysDot"/>
              </a:ln>
              <a:solidFill>
                <a:schemeClr val="tx1">
                  <a:lumMod val="85000"/>
                  <a:lumOff val="15000"/>
                </a:schemeClr>
              </a:solidFill>
              <a:sym typeface="+mn-ea"/>
            </a:endParaRPr>
          </a:p>
        </p:txBody>
      </p:sp>
      <p:sp>
        <p:nvSpPr>
          <p:cNvPr id="9" name="矩形 8"/>
          <p:cNvSpPr/>
          <p:nvPr>
            <p:custDataLst>
              <p:tags r:id="rId9"/>
            </p:custDataLst>
          </p:nvPr>
        </p:nvSpPr>
        <p:spPr>
          <a:xfrm>
            <a:off x="905106" y="3490009"/>
            <a:ext cx="2029631" cy="682597"/>
          </a:xfrm>
          <a:prstGeom prst="rect">
            <a:avLst/>
          </a:prstGeom>
          <a:noFill/>
        </p:spPr>
        <p:txBody>
          <a:bodyPr wrap="square" lIns="0" tIns="0" rIns="0" bIns="0" rtlCol="0" anchor="b">
            <a:normAutofit fontScale="97500"/>
          </a:bodyPr>
          <a:lstStyle/>
          <a:p>
            <a:pPr>
              <a:spcBef>
                <a:spcPct val="0"/>
              </a:spcBef>
              <a:spcAft>
                <a:spcPct val="0"/>
              </a:spcAft>
            </a:pPr>
            <a:r>
              <a:rPr lang="en-US" sz="2000" b="1" kern="0" dirty="0">
                <a:solidFill>
                  <a:schemeClr val="accent1"/>
                </a:solidFill>
                <a:latin typeface="+mj-lt"/>
                <a:sym typeface="+mn-ea"/>
              </a:rPr>
              <a:t>class employee(object):</a:t>
            </a:r>
          </a:p>
        </p:txBody>
      </p:sp>
      <p:cxnSp>
        <p:nvCxnSpPr>
          <p:cNvPr id="10" name="直接连接符 9"/>
          <p:cNvCxnSpPr/>
          <p:nvPr>
            <p:custDataLst>
              <p:tags r:id="rId10"/>
            </p:custDataLst>
          </p:nvPr>
        </p:nvCxnSpPr>
        <p:spPr>
          <a:xfrm flipV="1">
            <a:off x="3490857" y="3490009"/>
            <a:ext cx="0" cy="2722335"/>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11" name="矩形 10"/>
          <p:cNvSpPr/>
          <p:nvPr>
            <p:custDataLst>
              <p:tags r:id="rId11"/>
            </p:custDataLst>
          </p:nvPr>
        </p:nvSpPr>
        <p:spPr>
          <a:xfrm>
            <a:off x="3685804" y="4316153"/>
            <a:ext cx="2029631" cy="1896153"/>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1400" kern="0" dirty="0">
                <a:ln>
                  <a:noFill/>
                  <a:prstDash val="sysDot"/>
                </a:ln>
                <a:solidFill>
                  <a:schemeClr val="tx1">
                    <a:lumMod val="85000"/>
                    <a:lumOff val="15000"/>
                  </a:schemeClr>
                </a:solidFill>
                <a:latin typeface="+mn-lt"/>
                <a:sym typeface="+mn-ea"/>
              </a:rPr>
              <a:t>Presentations are communication tools that can be used as demonstrations.</a:t>
            </a:r>
            <a:endParaRPr lang="en-US" sz="1400" kern="0" dirty="0">
              <a:ln>
                <a:noFill/>
                <a:prstDash val="sysDot"/>
              </a:ln>
              <a:solidFill>
                <a:schemeClr val="tx1">
                  <a:lumMod val="85000"/>
                  <a:lumOff val="15000"/>
                </a:schemeClr>
              </a:solidFill>
              <a:sym typeface="+mn-ea"/>
            </a:endParaRPr>
          </a:p>
        </p:txBody>
      </p:sp>
      <p:sp>
        <p:nvSpPr>
          <p:cNvPr id="19" name="矩形 18"/>
          <p:cNvSpPr/>
          <p:nvPr>
            <p:custDataLst>
              <p:tags r:id="rId12"/>
            </p:custDataLst>
          </p:nvPr>
        </p:nvSpPr>
        <p:spPr>
          <a:xfrm>
            <a:off x="3685804" y="3490009"/>
            <a:ext cx="2029631" cy="682597"/>
          </a:xfrm>
          <a:prstGeom prst="rect">
            <a:avLst/>
          </a:prstGeom>
          <a:noFill/>
        </p:spPr>
        <p:txBody>
          <a:bodyPr wrap="square" lIns="0" tIns="0" rIns="0" bIns="0" rtlCol="0" anchor="b">
            <a:normAutofit/>
          </a:bodyPr>
          <a:lstStyle/>
          <a:p>
            <a:pPr>
              <a:spcBef>
                <a:spcPct val="0"/>
              </a:spcBef>
              <a:spcAft>
                <a:spcPct val="0"/>
              </a:spcAft>
            </a:pPr>
            <a:r>
              <a:rPr lang="en-US" b="1" kern="0" dirty="0">
                <a:solidFill>
                  <a:schemeClr val="accent1"/>
                </a:solidFill>
                <a:latin typeface="+mj-lt"/>
                <a:sym typeface="+mn-ea"/>
              </a:rPr>
              <a:t>def __init__(self):   </a:t>
            </a:r>
          </a:p>
        </p:txBody>
      </p:sp>
      <p:cxnSp>
        <p:nvCxnSpPr>
          <p:cNvPr id="16" name="直接连接符 15"/>
          <p:cNvCxnSpPr/>
          <p:nvPr>
            <p:custDataLst>
              <p:tags r:id="rId13"/>
            </p:custDataLst>
          </p:nvPr>
        </p:nvCxnSpPr>
        <p:spPr>
          <a:xfrm flipV="1">
            <a:off x="6267110" y="3475403"/>
            <a:ext cx="0" cy="2722335"/>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22" name="矩形 21"/>
          <p:cNvSpPr/>
          <p:nvPr>
            <p:custDataLst>
              <p:tags r:id="rId14"/>
            </p:custDataLst>
          </p:nvPr>
        </p:nvSpPr>
        <p:spPr>
          <a:xfrm>
            <a:off x="6507778" y="4301548"/>
            <a:ext cx="2029631" cy="1896153"/>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1400" kern="0" dirty="0">
                <a:ln>
                  <a:noFill/>
                  <a:prstDash val="sysDot"/>
                </a:ln>
                <a:solidFill>
                  <a:schemeClr val="tx1">
                    <a:lumMod val="85000"/>
                    <a:lumOff val="15000"/>
                  </a:schemeClr>
                </a:solidFill>
                <a:latin typeface="+mn-lt"/>
                <a:sym typeface="+mn-ea"/>
              </a:rPr>
              <a:t>Presentations are communication tools that can be used as demonstrations.</a:t>
            </a:r>
            <a:endParaRPr lang="en-US" sz="1400" kern="0" dirty="0">
              <a:ln>
                <a:noFill/>
                <a:prstDash val="sysDot"/>
              </a:ln>
              <a:solidFill>
                <a:schemeClr val="tx1">
                  <a:lumMod val="85000"/>
                  <a:lumOff val="15000"/>
                </a:schemeClr>
              </a:solidFill>
              <a:sym typeface="+mn-ea"/>
            </a:endParaRPr>
          </a:p>
        </p:txBody>
      </p:sp>
      <p:sp>
        <p:nvSpPr>
          <p:cNvPr id="27" name="矩形 26"/>
          <p:cNvSpPr/>
          <p:nvPr>
            <p:custDataLst>
              <p:tags r:id="rId15"/>
            </p:custDataLst>
          </p:nvPr>
        </p:nvSpPr>
        <p:spPr>
          <a:xfrm>
            <a:off x="6507778" y="3475403"/>
            <a:ext cx="2029631" cy="682597"/>
          </a:xfrm>
          <a:prstGeom prst="rect">
            <a:avLst/>
          </a:prstGeom>
          <a:noFill/>
        </p:spPr>
        <p:txBody>
          <a:bodyPr wrap="square" lIns="0" tIns="0" rIns="0" bIns="0" rtlCol="0" anchor="b">
            <a:normAutofit/>
          </a:bodyPr>
          <a:lstStyle/>
          <a:p>
            <a:pPr>
              <a:spcBef>
                <a:spcPct val="0"/>
              </a:spcBef>
              <a:spcAft>
                <a:spcPct val="0"/>
              </a:spcAft>
            </a:pPr>
            <a:r>
              <a:rPr lang="en-US" b="1" kern="0" dirty="0">
                <a:solidFill>
                  <a:schemeClr val="accent1"/>
                </a:solidFill>
                <a:latin typeface="+mj-lt"/>
                <a:sym typeface="+mn-ea"/>
              </a:rPr>
              <a:t>self.name = “syscom”</a:t>
            </a:r>
          </a:p>
        </p:txBody>
      </p:sp>
      <p:cxnSp>
        <p:nvCxnSpPr>
          <p:cNvPr id="28" name="直接连接符 27"/>
          <p:cNvCxnSpPr/>
          <p:nvPr>
            <p:custDataLst>
              <p:tags r:id="rId16"/>
            </p:custDataLst>
          </p:nvPr>
        </p:nvCxnSpPr>
        <p:spPr>
          <a:xfrm flipV="1">
            <a:off x="9041458" y="3475403"/>
            <a:ext cx="0" cy="2722335"/>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29" name="矩形 28"/>
          <p:cNvSpPr/>
          <p:nvPr>
            <p:custDataLst>
              <p:tags r:id="rId17"/>
            </p:custDataLst>
          </p:nvPr>
        </p:nvSpPr>
        <p:spPr>
          <a:xfrm>
            <a:off x="9282126" y="4301548"/>
            <a:ext cx="2029631" cy="1896153"/>
          </a:xfrm>
          <a:prstGeom prst="rect">
            <a:avLst/>
          </a:prstGeom>
          <a:noFill/>
        </p:spPr>
        <p:txBody>
          <a:bodyPr wrap="square" lIns="0" tIns="0" rIns="0" bIns="0" rtlCol="0" anchor="t" anchorCtr="0">
            <a:normAutofit/>
          </a:bodyPr>
          <a:lstStyle/>
          <a:p>
            <a:pPr>
              <a:lnSpc>
                <a:spcPct val="150000"/>
              </a:lnSpc>
              <a:spcBef>
                <a:spcPct val="0"/>
              </a:spcBef>
              <a:spcAft>
                <a:spcPct val="0"/>
              </a:spcAft>
            </a:pPr>
            <a:r>
              <a:rPr lang="en-US" sz="1400" kern="0" dirty="0">
                <a:ln>
                  <a:noFill/>
                  <a:prstDash val="sysDot"/>
                </a:ln>
                <a:solidFill>
                  <a:schemeClr val="tx1">
                    <a:lumMod val="85000"/>
                    <a:lumOff val="15000"/>
                  </a:schemeClr>
                </a:solidFill>
                <a:latin typeface="+mn-lt"/>
                <a:sym typeface="+mn-ea"/>
              </a:rPr>
              <a:t>Presentations are communication tools that can be used as demonstrations.</a:t>
            </a:r>
            <a:endParaRPr lang="en-US" sz="1400" kern="0" dirty="0">
              <a:ln>
                <a:noFill/>
                <a:prstDash val="sysDot"/>
              </a:ln>
              <a:solidFill>
                <a:schemeClr val="tx1">
                  <a:lumMod val="85000"/>
                  <a:lumOff val="15000"/>
                </a:schemeClr>
              </a:solidFill>
              <a:sym typeface="+mn-ea"/>
            </a:endParaRPr>
          </a:p>
        </p:txBody>
      </p:sp>
      <p:sp>
        <p:nvSpPr>
          <p:cNvPr id="30" name="矩形 29"/>
          <p:cNvSpPr/>
          <p:nvPr>
            <p:custDataLst>
              <p:tags r:id="rId18"/>
            </p:custDataLst>
          </p:nvPr>
        </p:nvSpPr>
        <p:spPr>
          <a:xfrm>
            <a:off x="9282126" y="3475403"/>
            <a:ext cx="2029631" cy="682597"/>
          </a:xfrm>
          <a:prstGeom prst="rect">
            <a:avLst/>
          </a:prstGeom>
          <a:noFill/>
        </p:spPr>
        <p:txBody>
          <a:bodyPr wrap="square" lIns="0" tIns="0" rIns="0" bIns="0" rtlCol="0" anchor="b">
            <a:normAutofit/>
          </a:bodyPr>
          <a:lstStyle/>
          <a:p>
            <a:pPr>
              <a:spcBef>
                <a:spcPct val="0"/>
              </a:spcBef>
              <a:spcAft>
                <a:spcPct val="0"/>
              </a:spcAft>
            </a:pPr>
            <a:r>
              <a:rPr lang="en-US" b="1" kern="0" dirty="0">
                <a:solidFill>
                  <a:schemeClr val="accent1"/>
                </a:solidFill>
                <a:latin typeface="+mj-lt"/>
                <a:sym typeface="+mn-ea"/>
              </a:rPr>
              <a:t>self._age = 25</a:t>
            </a:r>
          </a:p>
        </p:txBody>
      </p:sp>
    </p:spTree>
    <p:custDataLst>
      <p:tags r:id="rId1"/>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9172" y="193829"/>
            <a:ext cx="6098344" cy="6463308"/>
          </a:xfrm>
          <a:prstGeom prst="rect">
            <a:avLst/>
          </a:prstGeom>
          <a:noFill/>
        </p:spPr>
        <p:txBody>
          <a:bodyPr wrap="square">
            <a:spAutoFit/>
          </a:bodyPr>
          <a:lstStyle/>
          <a:p>
            <a:r>
              <a:rPr lang="en-US" dirty="0"/>
              <a:t>class Geek:</a:t>
            </a:r>
          </a:p>
          <a:p>
            <a:r>
              <a:rPr lang="en-US" dirty="0"/>
              <a:t>      </a:t>
            </a:r>
          </a:p>
          <a:p>
            <a:r>
              <a:rPr lang="en-US" dirty="0"/>
              <a:t>     # constructor</a:t>
            </a:r>
          </a:p>
          <a:p>
            <a:r>
              <a:rPr lang="en-US" dirty="0"/>
              <a:t>     def </a:t>
            </a:r>
            <a:r>
              <a:rPr lang="en-US" dirty="0">
                <a:highlight>
                  <a:srgbClr val="FFFF00"/>
                </a:highlight>
              </a:rPr>
              <a:t>__</a:t>
            </a:r>
            <a:r>
              <a:rPr lang="en-US" dirty="0" err="1">
                <a:highlight>
                  <a:srgbClr val="FFFF00"/>
                </a:highlight>
              </a:rPr>
              <a:t>init</a:t>
            </a:r>
            <a:r>
              <a:rPr lang="en-US" dirty="0">
                <a:highlight>
                  <a:srgbClr val="FFFF00"/>
                </a:highlight>
              </a:rPr>
              <a:t>__(</a:t>
            </a:r>
            <a:r>
              <a:rPr lang="en-US" dirty="0"/>
              <a:t>self, name, age):</a:t>
            </a:r>
          </a:p>
          <a:p>
            <a:r>
              <a:rPr lang="en-US" dirty="0"/>
              <a:t>           </a:t>
            </a:r>
          </a:p>
          <a:p>
            <a:r>
              <a:rPr lang="en-US" dirty="0"/>
              <a:t>           </a:t>
            </a:r>
            <a:r>
              <a:rPr lang="en-US" dirty="0">
                <a:highlight>
                  <a:srgbClr val="00FF00"/>
                </a:highlight>
              </a:rPr>
              <a:t># public data members</a:t>
            </a:r>
          </a:p>
          <a:p>
            <a:r>
              <a:rPr lang="en-US" dirty="0"/>
              <a:t>           </a:t>
            </a:r>
            <a:r>
              <a:rPr lang="en-US" dirty="0" err="1">
                <a:highlight>
                  <a:srgbClr val="00FFFF"/>
                </a:highlight>
              </a:rPr>
              <a:t>self.geekName</a:t>
            </a:r>
            <a:r>
              <a:rPr lang="en-US" dirty="0">
                <a:highlight>
                  <a:srgbClr val="00FFFF"/>
                </a:highlight>
              </a:rPr>
              <a:t> = name</a:t>
            </a:r>
          </a:p>
          <a:p>
            <a:r>
              <a:rPr lang="en-US" dirty="0"/>
              <a:t>           </a:t>
            </a:r>
            <a:r>
              <a:rPr lang="en-US" dirty="0" err="1">
                <a:highlight>
                  <a:srgbClr val="00FFFF"/>
                </a:highlight>
              </a:rPr>
              <a:t>self.geekAge</a:t>
            </a:r>
            <a:r>
              <a:rPr lang="en-US" dirty="0">
                <a:highlight>
                  <a:srgbClr val="00FFFF"/>
                </a:highlight>
              </a:rPr>
              <a:t> </a:t>
            </a:r>
            <a:r>
              <a:rPr lang="en-US" dirty="0"/>
              <a:t>= age</a:t>
            </a:r>
          </a:p>
          <a:p>
            <a:r>
              <a:rPr lang="en-US" dirty="0"/>
              <a:t> </a:t>
            </a:r>
          </a:p>
          <a:p>
            <a:r>
              <a:rPr lang="en-US" dirty="0">
                <a:highlight>
                  <a:srgbClr val="00FF00"/>
                </a:highlight>
              </a:rPr>
              <a:t>     # public member function     </a:t>
            </a:r>
          </a:p>
          <a:p>
            <a:r>
              <a:rPr lang="en-US" dirty="0"/>
              <a:t>     </a:t>
            </a:r>
            <a:r>
              <a:rPr lang="en-US" dirty="0">
                <a:highlight>
                  <a:srgbClr val="00FFFF"/>
                </a:highlight>
              </a:rPr>
              <a:t>def </a:t>
            </a:r>
            <a:r>
              <a:rPr lang="en-US" dirty="0" err="1">
                <a:highlight>
                  <a:srgbClr val="00FFFF"/>
                </a:highlight>
              </a:rPr>
              <a:t>displayAge</a:t>
            </a:r>
            <a:r>
              <a:rPr lang="en-US" dirty="0">
                <a:highlight>
                  <a:srgbClr val="00FFFF"/>
                </a:highlight>
              </a:rPr>
              <a:t>(self):</a:t>
            </a:r>
          </a:p>
          <a:p>
            <a:r>
              <a:rPr lang="en-US" dirty="0"/>
              <a:t>           </a:t>
            </a:r>
          </a:p>
          <a:p>
            <a:r>
              <a:rPr lang="en-US" dirty="0"/>
              <a:t>           # accessing public data member</a:t>
            </a:r>
          </a:p>
          <a:p>
            <a:r>
              <a:rPr lang="en-US" dirty="0"/>
              <a:t>           print("Age: ", </a:t>
            </a:r>
            <a:r>
              <a:rPr lang="en-US" dirty="0" err="1">
                <a:highlight>
                  <a:srgbClr val="00FFFF"/>
                </a:highlight>
              </a:rPr>
              <a:t>self.geekAge</a:t>
            </a:r>
            <a:r>
              <a:rPr lang="en-US" dirty="0">
                <a:highlight>
                  <a:srgbClr val="00FFFF"/>
                </a:highlight>
              </a:rPr>
              <a:t>)</a:t>
            </a:r>
          </a:p>
          <a:p>
            <a:r>
              <a:rPr lang="en-US" dirty="0"/>
              <a:t> </a:t>
            </a:r>
          </a:p>
          <a:p>
            <a:r>
              <a:rPr lang="en-US" dirty="0"/>
              <a:t># creating object of the class</a:t>
            </a:r>
          </a:p>
          <a:p>
            <a:r>
              <a:rPr lang="en-US" dirty="0"/>
              <a:t>obj = Geek("R2J", 20)</a:t>
            </a:r>
          </a:p>
          <a:p>
            <a:r>
              <a:rPr lang="en-US" dirty="0"/>
              <a:t> </a:t>
            </a:r>
          </a:p>
          <a:p>
            <a:r>
              <a:rPr lang="en-US" dirty="0"/>
              <a:t># accessing public data member</a:t>
            </a:r>
          </a:p>
          <a:p>
            <a:r>
              <a:rPr lang="en-US" dirty="0"/>
              <a:t>print("Name: ", </a:t>
            </a:r>
            <a:r>
              <a:rPr lang="en-US" dirty="0" err="1">
                <a:highlight>
                  <a:srgbClr val="00FFFF"/>
                </a:highlight>
              </a:rPr>
              <a:t>obj.geekName</a:t>
            </a:r>
            <a:r>
              <a:rPr lang="en-US" dirty="0"/>
              <a:t>)</a:t>
            </a:r>
          </a:p>
          <a:p>
            <a:r>
              <a:rPr lang="en-US" dirty="0"/>
              <a:t> </a:t>
            </a:r>
          </a:p>
          <a:p>
            <a:r>
              <a:rPr lang="en-US" dirty="0"/>
              <a:t># calling public member function of the class</a:t>
            </a:r>
          </a:p>
          <a:p>
            <a:r>
              <a:rPr lang="en-US" dirty="0" err="1">
                <a:highlight>
                  <a:srgbClr val="00FFFF"/>
                </a:highlight>
              </a:rPr>
              <a:t>obj.displayAge</a:t>
            </a:r>
            <a:r>
              <a:rPr lang="en-US" dirty="0">
                <a:highlight>
                  <a:srgbClr val="00FFFF"/>
                </a:highlight>
              </a:rPr>
              <a:t>()</a:t>
            </a:r>
          </a:p>
        </p:txBody>
      </p:sp>
      <p:sp>
        <p:nvSpPr>
          <p:cNvPr id="6" name="TextBox 5"/>
          <p:cNvSpPr txBox="1"/>
          <p:nvPr/>
        </p:nvSpPr>
        <p:spPr>
          <a:xfrm>
            <a:off x="211015" y="281354"/>
            <a:ext cx="2039816" cy="523220"/>
          </a:xfrm>
          <a:prstGeom prst="rect">
            <a:avLst/>
          </a:prstGeom>
          <a:noFill/>
        </p:spPr>
        <p:txBody>
          <a:bodyPr wrap="square" rtlCol="0">
            <a:spAutoFit/>
          </a:bodyPr>
          <a:lstStyle/>
          <a:p>
            <a:r>
              <a:rPr lang="en-US" sz="2800" b="1" u="sng" dirty="0"/>
              <a:t>Public</a:t>
            </a:r>
          </a:p>
        </p:txBody>
      </p:sp>
      <p:sp>
        <p:nvSpPr>
          <p:cNvPr id="8" name="TextBox 7"/>
          <p:cNvSpPr txBox="1"/>
          <p:nvPr/>
        </p:nvSpPr>
        <p:spPr>
          <a:xfrm>
            <a:off x="6614160" y="281354"/>
            <a:ext cx="5366825" cy="1477328"/>
          </a:xfrm>
          <a:prstGeom prst="rect">
            <a:avLst/>
          </a:prstGeom>
          <a:noFill/>
        </p:spPr>
        <p:txBody>
          <a:bodyPr wrap="square">
            <a:spAutoFit/>
          </a:bodyPr>
          <a:lstStyle/>
          <a:p>
            <a:pPr algn="l" fontAlgn="base"/>
            <a:r>
              <a:rPr lang="en-US" b="1" i="0" dirty="0">
                <a:solidFill>
                  <a:srgbClr val="273239"/>
                </a:solidFill>
                <a:effectLst/>
                <a:latin typeface="urw-din"/>
              </a:rPr>
              <a:t>Public Access Modifier:</a:t>
            </a:r>
          </a:p>
          <a:p>
            <a:pPr algn="l" fontAlgn="base"/>
            <a:r>
              <a:rPr lang="en-US" b="0" i="0" dirty="0">
                <a:solidFill>
                  <a:srgbClr val="273239"/>
                </a:solidFill>
                <a:effectLst/>
                <a:latin typeface="urw-din"/>
              </a:rPr>
              <a:t>The members of a class that are declared public are easily accessible from any part of the program. All data members and member functions of a class are public by default. </a:t>
            </a:r>
          </a:p>
        </p:txBody>
      </p:sp>
      <p:sp>
        <p:nvSpPr>
          <p:cNvPr id="10" name="TextBox 9"/>
          <p:cNvSpPr txBox="1"/>
          <p:nvPr/>
        </p:nvSpPr>
        <p:spPr>
          <a:xfrm>
            <a:off x="7846255" y="4822320"/>
            <a:ext cx="4477044" cy="1754326"/>
          </a:xfrm>
          <a:prstGeom prst="rect">
            <a:avLst/>
          </a:prstGeom>
          <a:noFill/>
        </p:spPr>
        <p:txBody>
          <a:bodyPr wrap="square">
            <a:spAutoFit/>
          </a:bodyPr>
          <a:lstStyle/>
          <a:p>
            <a:r>
              <a:rPr lang="en-US" b="0" i="0" dirty="0">
                <a:solidFill>
                  <a:srgbClr val="273239"/>
                </a:solidFill>
                <a:effectLst/>
                <a:latin typeface="urw-din"/>
              </a:rPr>
              <a:t>In the above program, </a:t>
            </a:r>
            <a:r>
              <a:rPr lang="en-US" b="0" i="0" dirty="0" err="1">
                <a:solidFill>
                  <a:srgbClr val="273239"/>
                </a:solidFill>
                <a:effectLst/>
                <a:latin typeface="urw-din"/>
              </a:rPr>
              <a:t>geekName</a:t>
            </a:r>
            <a:r>
              <a:rPr lang="en-US" b="0" i="0" dirty="0">
                <a:solidFill>
                  <a:srgbClr val="273239"/>
                </a:solidFill>
                <a:effectLst/>
                <a:latin typeface="urw-din"/>
              </a:rPr>
              <a:t> and </a:t>
            </a:r>
            <a:r>
              <a:rPr lang="en-US" b="0" i="0" dirty="0" err="1">
                <a:solidFill>
                  <a:srgbClr val="273239"/>
                </a:solidFill>
                <a:effectLst/>
                <a:latin typeface="urw-din"/>
              </a:rPr>
              <a:t>geekAge</a:t>
            </a:r>
            <a:r>
              <a:rPr lang="en-US" b="0" i="0" dirty="0">
                <a:solidFill>
                  <a:srgbClr val="273239"/>
                </a:solidFill>
                <a:effectLst/>
                <a:latin typeface="urw-din"/>
              </a:rPr>
              <a:t> are public data members and </a:t>
            </a:r>
            <a:r>
              <a:rPr lang="en-US" b="0" i="0" dirty="0" err="1">
                <a:solidFill>
                  <a:srgbClr val="273239"/>
                </a:solidFill>
                <a:effectLst/>
                <a:latin typeface="urw-din"/>
              </a:rPr>
              <a:t>displayAge</a:t>
            </a:r>
            <a:r>
              <a:rPr lang="en-US" b="0" i="0" dirty="0">
                <a:solidFill>
                  <a:srgbClr val="273239"/>
                </a:solidFill>
                <a:effectLst/>
                <a:latin typeface="urw-din"/>
              </a:rPr>
              <a:t>() method is a public member function of the class Geek. These data members of the class Geek can be accessed from anywhere in the program.</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a:spLocks noChangeArrowheads="1"/>
          </p:cNvSpPr>
          <p:nvPr/>
        </p:nvSpPr>
        <p:spPr bwMode="auto">
          <a:xfrm>
            <a:off x="515389" y="72044"/>
            <a:ext cx="7087986" cy="66113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1" i="0" u="none" strike="noStrike" cap="none" normalizeH="0" baseline="0" dirty="0">
                <a:ln>
                  <a:noFill/>
                </a:ln>
                <a:solidFill>
                  <a:srgbClr val="006699"/>
                </a:solidFill>
                <a:effectLst/>
                <a:latin typeface="Consolas" panose="020B0609020204030204" pitchFamily="49" charset="0"/>
              </a:rPr>
              <a:t>class</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Student: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protected data members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_name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808080"/>
                </a:solidFill>
                <a:effectLst/>
                <a:latin typeface="Consolas" panose="020B0609020204030204" pitchFamily="49" charset="0"/>
              </a:rPr>
              <a:t>None</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_roll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808080"/>
                </a:solidFill>
                <a:effectLst/>
                <a:latin typeface="Consolas" panose="020B0609020204030204" pitchFamily="49" charset="0"/>
              </a:rPr>
              <a:t>None</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_branch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808080"/>
                </a:solidFill>
                <a:effectLst/>
                <a:latin typeface="Consolas" panose="020B0609020204030204" pitchFamily="49" charset="0"/>
              </a:rPr>
              <a:t>None</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constructor</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def</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__</a:t>
            </a:r>
            <a:r>
              <a:rPr kumimoji="0" lang="en-US" altLang="en-US" sz="1000" b="0" i="0" u="none" strike="noStrike" cap="none" normalizeH="0" baseline="0" dirty="0" err="1">
                <a:ln>
                  <a:noFill/>
                </a:ln>
                <a:solidFill>
                  <a:srgbClr val="000000"/>
                </a:solidFill>
                <a:effectLst/>
                <a:latin typeface="Consolas" panose="020B0609020204030204" pitchFamily="49" charset="0"/>
              </a:rPr>
              <a:t>init</a:t>
            </a:r>
            <a:r>
              <a:rPr kumimoji="0" lang="en-US" altLang="en-US" sz="1000" b="0" i="0" u="none" strike="noStrike" cap="none" normalizeH="0" baseline="0" dirty="0">
                <a:ln>
                  <a:noFill/>
                </a:ln>
                <a:solidFill>
                  <a:srgbClr val="000000"/>
                </a:solidFill>
                <a:effectLst/>
                <a:latin typeface="Consolas" panose="020B0609020204030204" pitchFamily="49" charset="0"/>
              </a:rPr>
              <a:t>__(</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 name, roll, branch):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err="1">
                <a:ln>
                  <a:noFill/>
                </a:ln>
                <a:solidFill>
                  <a:srgbClr val="808080"/>
                </a:solidFill>
                <a:effectLst/>
                <a:latin typeface="Consolas" panose="020B0609020204030204" pitchFamily="49" charset="0"/>
              </a:rPr>
              <a:t>self</a:t>
            </a:r>
            <a:r>
              <a:rPr kumimoji="0" lang="en-US" altLang="en-US" sz="1000" b="0" i="0" u="none" strike="noStrike" cap="none" normalizeH="0" baseline="0" dirty="0" err="1">
                <a:ln>
                  <a:noFill/>
                </a:ln>
                <a:solidFill>
                  <a:srgbClr val="000000"/>
                </a:solidFill>
                <a:effectLst/>
                <a:latin typeface="Consolas" panose="020B0609020204030204" pitchFamily="49" charset="0"/>
              </a:rPr>
              <a:t>._name</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name</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err="1">
                <a:ln>
                  <a:noFill/>
                </a:ln>
                <a:solidFill>
                  <a:srgbClr val="808080"/>
                </a:solidFill>
                <a:effectLst/>
                <a:latin typeface="Consolas" panose="020B0609020204030204" pitchFamily="49" charset="0"/>
              </a:rPr>
              <a:t>self</a:t>
            </a:r>
            <a:r>
              <a:rPr kumimoji="0" lang="en-US" altLang="en-US" sz="1000" b="0" i="0" u="none" strike="noStrike" cap="none" normalizeH="0" baseline="0" dirty="0" err="1">
                <a:ln>
                  <a:noFill/>
                </a:ln>
                <a:solidFill>
                  <a:srgbClr val="000000"/>
                </a:solidFill>
                <a:effectLst/>
                <a:latin typeface="Consolas" panose="020B0609020204030204" pitchFamily="49" charset="0"/>
              </a:rPr>
              <a:t>._roll</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roll</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._branch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branch</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protected member function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def</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highlight>
                  <a:srgbClr val="00FF00"/>
                </a:highlight>
                <a:latin typeface="Consolas" panose="020B0609020204030204" pitchFamily="49" charset="0"/>
              </a:rPr>
              <a:t>_</a:t>
            </a:r>
            <a:r>
              <a:rPr kumimoji="0" lang="en-US" altLang="en-US" sz="1000" b="0" i="0" u="none" strike="noStrike" cap="none" normalizeH="0" baseline="0" dirty="0" err="1">
                <a:ln>
                  <a:noFill/>
                </a:ln>
                <a:solidFill>
                  <a:srgbClr val="000000"/>
                </a:solidFill>
                <a:effectLst/>
                <a:highlight>
                  <a:srgbClr val="00FF00"/>
                </a:highlight>
                <a:latin typeface="Consolas" panose="020B0609020204030204" pitchFamily="49" charset="0"/>
              </a:rPr>
              <a:t>displayRollAndBranch</a:t>
            </a:r>
            <a:r>
              <a:rPr kumimoji="0" lang="en-US" altLang="en-US" sz="1000" b="0" i="0" u="none" strike="noStrike" cap="none" normalizeH="0" baseline="0" dirty="0">
                <a:ln>
                  <a:noFill/>
                </a:ln>
                <a:solidFill>
                  <a:srgbClr val="000000"/>
                </a:solidFill>
                <a:effectLst/>
                <a:latin typeface="Consolas" panose="020B0609020204030204" pitchFamily="49" charset="0"/>
              </a:rPr>
              <a:t>(</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accessing protected data members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FF1493"/>
                </a:solidFill>
                <a:effectLst/>
                <a:latin typeface="Consolas" panose="020B0609020204030204" pitchFamily="49" charset="0"/>
              </a:rPr>
              <a:t>print</a:t>
            </a:r>
            <a:r>
              <a:rPr kumimoji="0" lang="en-US" altLang="en-US" sz="1000" b="0" i="0" u="none" strike="noStrike" cap="none" normalizeH="0" baseline="0" dirty="0">
                <a:ln>
                  <a:noFill/>
                </a:ln>
                <a:solidFill>
                  <a:srgbClr val="000000"/>
                </a:solidFill>
                <a:effectLst/>
                <a:latin typeface="Consolas" panose="020B0609020204030204" pitchFamily="49" charset="0"/>
              </a:rPr>
              <a:t>(</a:t>
            </a:r>
            <a:r>
              <a:rPr kumimoji="0" lang="en-US" altLang="en-US" sz="1000" b="0" i="0" u="none" strike="noStrike" cap="none" normalizeH="0" baseline="0" dirty="0">
                <a:ln>
                  <a:noFill/>
                </a:ln>
                <a:solidFill>
                  <a:srgbClr val="0000FF"/>
                </a:solidFill>
                <a:effectLst/>
                <a:latin typeface="Consolas" panose="020B0609020204030204" pitchFamily="49" charset="0"/>
              </a:rPr>
              <a:t>"Roll: "</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err="1">
                <a:ln>
                  <a:noFill/>
                </a:ln>
                <a:solidFill>
                  <a:srgbClr val="808080"/>
                </a:solidFill>
                <a:effectLst/>
                <a:latin typeface="Consolas" panose="020B0609020204030204" pitchFamily="49" charset="0"/>
              </a:rPr>
              <a:t>self</a:t>
            </a:r>
            <a:r>
              <a:rPr kumimoji="0" lang="en-US" altLang="en-US" sz="1000" b="0" i="0" u="none" strike="noStrike" cap="none" normalizeH="0" baseline="0" dirty="0" err="1">
                <a:ln>
                  <a:noFill/>
                </a:ln>
                <a:solidFill>
                  <a:srgbClr val="000000"/>
                </a:solidFill>
                <a:effectLst/>
                <a:latin typeface="Consolas" panose="020B0609020204030204" pitchFamily="49" charset="0"/>
              </a:rPr>
              <a:t>._roll</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FF1493"/>
                </a:solidFill>
                <a:effectLst/>
                <a:latin typeface="Consolas" panose="020B0609020204030204" pitchFamily="49" charset="0"/>
              </a:rPr>
              <a:t>print</a:t>
            </a:r>
            <a:r>
              <a:rPr kumimoji="0" lang="en-US" altLang="en-US" sz="1000" b="0" i="0" u="none" strike="noStrike" cap="none" normalizeH="0" baseline="0" dirty="0">
                <a:ln>
                  <a:noFill/>
                </a:ln>
                <a:solidFill>
                  <a:srgbClr val="000000"/>
                </a:solidFill>
                <a:effectLst/>
                <a:latin typeface="Consolas" panose="020B0609020204030204" pitchFamily="49" charset="0"/>
              </a:rPr>
              <a:t>(</a:t>
            </a:r>
            <a:r>
              <a:rPr kumimoji="0" lang="en-US" altLang="en-US" sz="1000" b="0" i="0" u="none" strike="noStrike" cap="none" normalizeH="0" baseline="0" dirty="0">
                <a:ln>
                  <a:noFill/>
                </a:ln>
                <a:solidFill>
                  <a:srgbClr val="0000FF"/>
                </a:solidFill>
                <a:effectLst/>
                <a:latin typeface="Consolas" panose="020B0609020204030204" pitchFamily="49" charset="0"/>
              </a:rPr>
              <a:t>"Branch: "</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err="1">
                <a:ln>
                  <a:noFill/>
                </a:ln>
                <a:solidFill>
                  <a:srgbClr val="808080"/>
                </a:solidFill>
                <a:effectLst/>
                <a:latin typeface="Consolas" panose="020B0609020204030204" pitchFamily="49" charset="0"/>
              </a:rPr>
              <a:t>self</a:t>
            </a:r>
            <a:r>
              <a:rPr kumimoji="0" lang="en-US" altLang="en-US" sz="1000" b="0" i="0" u="none" strike="noStrike" cap="none" normalizeH="0" baseline="0" dirty="0" err="1">
                <a:ln>
                  <a:noFill/>
                </a:ln>
                <a:solidFill>
                  <a:srgbClr val="000000"/>
                </a:solidFill>
                <a:effectLst/>
                <a:latin typeface="Consolas" panose="020B0609020204030204" pitchFamily="49" charset="0"/>
              </a:rPr>
              <a:t>._branch</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derived class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1" i="0" u="none" strike="noStrike" cap="none" normalizeH="0" baseline="0" dirty="0">
                <a:ln>
                  <a:noFill/>
                </a:ln>
                <a:solidFill>
                  <a:srgbClr val="006699"/>
                </a:solidFill>
                <a:effectLst/>
                <a:latin typeface="Consolas" panose="020B0609020204030204" pitchFamily="49" charset="0"/>
              </a:rPr>
              <a:t>class</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Geek(Student):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constructor</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def</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__</a:t>
            </a:r>
            <a:r>
              <a:rPr kumimoji="0" lang="en-US" altLang="en-US" sz="1000" b="0" i="0" u="none" strike="noStrike" cap="none" normalizeH="0" baseline="0" dirty="0" err="1">
                <a:ln>
                  <a:noFill/>
                </a:ln>
                <a:solidFill>
                  <a:srgbClr val="000000"/>
                </a:solidFill>
                <a:effectLst/>
                <a:latin typeface="Consolas" panose="020B0609020204030204" pitchFamily="49" charset="0"/>
              </a:rPr>
              <a:t>init</a:t>
            </a:r>
            <a:r>
              <a:rPr kumimoji="0" lang="en-US" altLang="en-US" sz="1000" b="0" i="0" u="none" strike="noStrike" cap="none" normalizeH="0" baseline="0" dirty="0">
                <a:ln>
                  <a:noFill/>
                </a:ln>
                <a:solidFill>
                  <a:srgbClr val="000000"/>
                </a:solidFill>
                <a:effectLst/>
                <a:latin typeface="Consolas" panose="020B0609020204030204" pitchFamily="49" charset="0"/>
              </a:rPr>
              <a:t>__(</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 name, roll, branch):</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Student.__</a:t>
            </a:r>
            <a:r>
              <a:rPr kumimoji="0" lang="en-US" altLang="en-US" sz="1000" b="0" i="0" u="none" strike="noStrike" cap="none" normalizeH="0" baseline="0" dirty="0" err="1">
                <a:ln>
                  <a:noFill/>
                </a:ln>
                <a:solidFill>
                  <a:srgbClr val="000000"/>
                </a:solidFill>
                <a:effectLst/>
                <a:latin typeface="Consolas" panose="020B0609020204030204" pitchFamily="49" charset="0"/>
              </a:rPr>
              <a:t>init</a:t>
            </a:r>
            <a:r>
              <a:rPr kumimoji="0" lang="en-US" altLang="en-US" sz="1000" b="0" i="0" u="none" strike="noStrike" cap="none" normalizeH="0" baseline="0" dirty="0">
                <a:ln>
                  <a:noFill/>
                </a:ln>
                <a:solidFill>
                  <a:srgbClr val="000000"/>
                </a:solidFill>
                <a:effectLst/>
                <a:latin typeface="Consolas" panose="020B0609020204030204" pitchFamily="49" charset="0"/>
              </a:rPr>
              <a:t>__(</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 name, roll, branch)</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public member function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def</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err="1">
                <a:ln>
                  <a:noFill/>
                </a:ln>
                <a:solidFill>
                  <a:srgbClr val="000000"/>
                </a:solidFill>
                <a:effectLst/>
                <a:latin typeface="Consolas" panose="020B0609020204030204" pitchFamily="49" charset="0"/>
              </a:rPr>
              <a:t>displayDetails</a:t>
            </a:r>
            <a:r>
              <a:rPr kumimoji="0" lang="en-US" altLang="en-US" sz="1000" b="0" i="0" u="none" strike="noStrike" cap="none" normalizeH="0" baseline="0" dirty="0">
                <a:ln>
                  <a:noFill/>
                </a:ln>
                <a:solidFill>
                  <a:srgbClr val="000000"/>
                </a:solidFill>
                <a:effectLst/>
                <a:latin typeface="Consolas" panose="020B0609020204030204" pitchFamily="49" charset="0"/>
              </a:rPr>
              <a:t>(</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accessing protected data members of super class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1" i="0" u="none" strike="noStrike" cap="none" normalizeH="0" baseline="0" dirty="0">
                <a:ln>
                  <a:noFill/>
                </a:ln>
                <a:solidFill>
                  <a:srgbClr val="006699"/>
                </a:solidFill>
                <a:effectLst/>
                <a:latin typeface="Consolas" panose="020B0609020204030204" pitchFamily="49" charset="0"/>
              </a:rPr>
              <a:t>print</a:t>
            </a:r>
            <a:r>
              <a:rPr kumimoji="0" lang="en-US" altLang="en-US" sz="1000" b="0" i="0" u="none" strike="noStrike" cap="none" normalizeH="0" baseline="0" dirty="0">
                <a:ln>
                  <a:noFill/>
                </a:ln>
                <a:solidFill>
                  <a:srgbClr val="000000"/>
                </a:solidFill>
                <a:effectLst/>
                <a:latin typeface="Consolas" panose="020B0609020204030204" pitchFamily="49" charset="0"/>
              </a:rPr>
              <a:t>(</a:t>
            </a:r>
            <a:r>
              <a:rPr kumimoji="0" lang="en-US" altLang="en-US" sz="1000" b="0" i="0" u="none" strike="noStrike" cap="none" normalizeH="0" baseline="0" dirty="0">
                <a:ln>
                  <a:noFill/>
                </a:ln>
                <a:solidFill>
                  <a:srgbClr val="0000FF"/>
                </a:solidFill>
                <a:effectLst/>
                <a:latin typeface="Consolas" panose="020B0609020204030204" pitchFamily="49" charset="0"/>
              </a:rPr>
              <a:t>"Name: "</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err="1">
                <a:ln>
                  <a:noFill/>
                </a:ln>
                <a:solidFill>
                  <a:srgbClr val="808080"/>
                </a:solidFill>
                <a:effectLst/>
                <a:latin typeface="Consolas" panose="020B0609020204030204" pitchFamily="49" charset="0"/>
              </a:rPr>
              <a:t>self</a:t>
            </a:r>
            <a:r>
              <a:rPr kumimoji="0" lang="en-US" altLang="en-US" sz="1000" b="0" i="0" u="none" strike="noStrike" cap="none" normalizeH="0" baseline="0" dirty="0" err="1">
                <a:ln>
                  <a:noFill/>
                </a:ln>
                <a:solidFill>
                  <a:srgbClr val="000000"/>
                </a:solidFill>
                <a:effectLst/>
                <a:latin typeface="Consolas" panose="020B0609020204030204" pitchFamily="49" charset="0"/>
              </a:rPr>
              <a:t>._name</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accessing protected member functions of super class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808080"/>
                </a:solidFill>
                <a:effectLst/>
                <a:latin typeface="Consolas" panose="020B0609020204030204" pitchFamily="49" charset="0"/>
              </a:rPr>
              <a:t>self</a:t>
            </a:r>
            <a:r>
              <a:rPr kumimoji="0" lang="en-US" altLang="en-US" sz="1000" b="0" i="0" u="none" strike="noStrike" cap="none" normalizeH="0" baseline="0" dirty="0">
                <a:ln>
                  <a:noFill/>
                </a:ln>
                <a:solidFill>
                  <a:srgbClr val="000000"/>
                </a:solidFill>
                <a:effectLst/>
                <a:latin typeface="Consolas" panose="020B0609020204030204" pitchFamily="49" charset="0"/>
              </a:rPr>
              <a:t>._</a:t>
            </a:r>
            <a:r>
              <a:rPr kumimoji="0" lang="en-US" altLang="en-US" sz="1000" b="0" i="0" u="none" strike="noStrike" cap="none" normalizeH="0" baseline="0" dirty="0" err="1">
                <a:ln>
                  <a:noFill/>
                </a:ln>
                <a:solidFill>
                  <a:srgbClr val="000000"/>
                </a:solidFill>
                <a:effectLst/>
                <a:latin typeface="Consolas" panose="020B0609020204030204" pitchFamily="49" charset="0"/>
              </a:rPr>
              <a:t>displayRollAndBranch</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creating objects of the derived class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000000"/>
                </a:solidFill>
                <a:effectLst/>
                <a:latin typeface="Consolas" panose="020B0609020204030204" pitchFamily="49" charset="0"/>
              </a:rPr>
              <a:t>obj </a:t>
            </a:r>
            <a:r>
              <a:rPr kumimoji="0" lang="en-US" altLang="en-US" sz="1000" b="1" i="0" u="none" strike="noStrike" cap="none" normalizeH="0" baseline="0" dirty="0">
                <a:ln>
                  <a:noFill/>
                </a:ln>
                <a:solidFill>
                  <a:srgbClr val="006699"/>
                </a:solidFill>
                <a:effectLst/>
                <a:latin typeface="Consolas" panose="020B0609020204030204" pitchFamily="49" charset="0"/>
              </a:rPr>
              <a:t>=</a:t>
            </a: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0000"/>
                </a:solidFill>
                <a:effectLst/>
                <a:latin typeface="Consolas" panose="020B0609020204030204" pitchFamily="49" charset="0"/>
              </a:rPr>
              <a:t>Geek(</a:t>
            </a:r>
            <a:r>
              <a:rPr kumimoji="0" lang="en-US" altLang="en-US" sz="1000" b="0" i="0" u="none" strike="noStrike" cap="none" normalizeH="0" baseline="0" dirty="0">
                <a:ln>
                  <a:noFill/>
                </a:ln>
                <a:solidFill>
                  <a:srgbClr val="0000FF"/>
                </a:solidFill>
                <a:effectLst/>
                <a:latin typeface="Consolas" panose="020B0609020204030204" pitchFamily="49" charset="0"/>
              </a:rPr>
              <a:t>"R2J"</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a:ln>
                  <a:noFill/>
                </a:ln>
                <a:solidFill>
                  <a:srgbClr val="009900"/>
                </a:solidFill>
                <a:effectLst/>
                <a:latin typeface="Consolas" panose="020B0609020204030204" pitchFamily="49" charset="0"/>
              </a:rPr>
              <a:t>1706256</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a:ln>
                  <a:noFill/>
                </a:ln>
                <a:solidFill>
                  <a:srgbClr val="0000FF"/>
                </a:solidFill>
                <a:effectLst/>
                <a:latin typeface="Consolas" panose="020B0609020204030204" pitchFamily="49" charset="0"/>
              </a:rPr>
              <a:t>"Information Technology"</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a:ln>
                  <a:noFill/>
                </a:ln>
                <a:solidFill>
                  <a:srgbClr val="273239"/>
                </a:solidFill>
                <a:effectLst/>
                <a:latin typeface="Consolas" panose="020B0609020204030204" pitchFamily="49" charset="0"/>
              </a:rPr>
              <a:t> </a:t>
            </a:r>
            <a:r>
              <a:rPr kumimoji="0" lang="en-US" altLang="en-US" sz="1000" b="0" i="0" u="none" strike="noStrike" cap="none" normalizeH="0" baseline="0" dirty="0">
                <a:ln>
                  <a:noFill/>
                </a:ln>
                <a:solidFill>
                  <a:srgbClr val="008200"/>
                </a:solidFill>
                <a:effectLst/>
                <a:latin typeface="Consolas" panose="020B0609020204030204" pitchFamily="49" charset="0"/>
              </a:rPr>
              <a:t># calling public member functions of the class</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dirty="0" err="1">
                <a:ln>
                  <a:noFill/>
                </a:ln>
                <a:solidFill>
                  <a:srgbClr val="000000"/>
                </a:solidFill>
                <a:effectLst/>
                <a:latin typeface="Consolas" panose="020B0609020204030204" pitchFamily="49" charset="0"/>
              </a:rPr>
              <a:t>obj.displayDetails</a:t>
            </a:r>
            <a:r>
              <a:rPr kumimoji="0" lang="en-US" altLang="en-US" sz="1000" b="0" i="0" u="none" strike="noStrike" cap="none" normalizeH="0" baseline="0" dirty="0">
                <a:ln>
                  <a:noFill/>
                </a:ln>
                <a:solidFill>
                  <a:srgbClr val="000000"/>
                </a:solidFill>
                <a:effectLst/>
                <a:latin typeface="Consolas" panose="020B0609020204030204" pitchFamily="49" charset="0"/>
              </a:rPr>
              <a:t>()</a:t>
            </a:r>
            <a:endParaRPr kumimoji="0" lang="en-US" altLang="en-US" sz="1000" b="0" i="0" u="none" strike="noStrike" cap="none" normalizeH="0" baseline="0" dirty="0">
              <a:ln>
                <a:noFill/>
              </a:ln>
              <a:solidFill>
                <a:schemeClr val="tx1"/>
              </a:solidFill>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solidFill>
                  <a:srgbClr val="273239"/>
                </a:solidFill>
                <a:latin typeface="urw-din"/>
              </a:rPr>
              <a:t>Protected Access Modifier:</a:t>
            </a:r>
          </a:p>
          <a:p>
            <a:pPr fontAlgn="base"/>
            <a:r>
              <a:rPr lang="en-US" dirty="0">
                <a:solidFill>
                  <a:srgbClr val="273239"/>
                </a:solidFill>
                <a:latin typeface="urw-din"/>
              </a:rPr>
              <a:t>The members of a class that are declared protected are only accessible to a class derived from it. Data members of a class are declared protected by adding a single underscore ‘_’ symbol before the data member of that class. </a:t>
            </a:r>
          </a:p>
          <a:p>
            <a:endParaRPr lang="en-US" dirty="0"/>
          </a:p>
        </p:txBody>
      </p:sp>
    </p:spTree>
    <p:extLst>
      <p:ext uri="{BB962C8B-B14F-4D97-AF65-F5344CB8AC3E}">
        <p14:creationId xmlns:p14="http://schemas.microsoft.com/office/powerpoint/2010/main" val="42872672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56603" y="1209823"/>
            <a:ext cx="8190913" cy="1477328"/>
          </a:xfrm>
          <a:prstGeom prst="rect">
            <a:avLst/>
          </a:prstGeom>
          <a:noFill/>
        </p:spPr>
        <p:txBody>
          <a:bodyPr wrap="square">
            <a:spAutoFit/>
          </a:bodyPr>
          <a:lstStyle/>
          <a:p>
            <a:r>
              <a:rPr lang="en-US" b="0" i="0" dirty="0">
                <a:solidFill>
                  <a:srgbClr val="273239"/>
                </a:solidFill>
                <a:effectLst/>
                <a:latin typeface="urw-din"/>
              </a:rPr>
              <a:t>In the above program, _name, _roll and _branch are protected data members and _</a:t>
            </a:r>
            <a:r>
              <a:rPr lang="en-US" b="0" i="0" dirty="0" err="1">
                <a:solidFill>
                  <a:srgbClr val="273239"/>
                </a:solidFill>
                <a:effectLst/>
                <a:latin typeface="urw-din"/>
              </a:rPr>
              <a:t>displayRollAndBranch</a:t>
            </a:r>
            <a:r>
              <a:rPr lang="en-US" b="0" i="0" dirty="0">
                <a:solidFill>
                  <a:srgbClr val="273239"/>
                </a:solidFill>
                <a:effectLst/>
                <a:latin typeface="urw-din"/>
              </a:rPr>
              <a:t>() method is a protected method of the super class Student. The </a:t>
            </a:r>
            <a:r>
              <a:rPr lang="en-US" b="0" i="0" dirty="0" err="1">
                <a:solidFill>
                  <a:srgbClr val="273239"/>
                </a:solidFill>
                <a:effectLst/>
                <a:latin typeface="urw-din"/>
              </a:rPr>
              <a:t>displayDetails</a:t>
            </a:r>
            <a:r>
              <a:rPr lang="en-US" b="0" i="0" dirty="0">
                <a:solidFill>
                  <a:srgbClr val="273239"/>
                </a:solidFill>
                <a:effectLst/>
                <a:latin typeface="urw-din"/>
              </a:rPr>
              <a:t>() method is a public member function of the class Geek which is derived from the Student class, the </a:t>
            </a:r>
            <a:r>
              <a:rPr lang="en-US" b="0" i="0" dirty="0" err="1">
                <a:solidFill>
                  <a:srgbClr val="273239"/>
                </a:solidFill>
                <a:effectLst/>
                <a:latin typeface="urw-din"/>
              </a:rPr>
              <a:t>displayDetails</a:t>
            </a:r>
            <a:r>
              <a:rPr lang="en-US" b="0" i="0" dirty="0">
                <a:solidFill>
                  <a:srgbClr val="273239"/>
                </a:solidFill>
                <a:effectLst/>
                <a:latin typeface="urw-din"/>
              </a:rPr>
              <a:t>() method in Geek class accesses the protected data members of the Student class.</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0" y="241218"/>
            <a:ext cx="6098344" cy="1754326"/>
          </a:xfrm>
          <a:prstGeom prst="rect">
            <a:avLst/>
          </a:prstGeom>
          <a:noFill/>
        </p:spPr>
        <p:txBody>
          <a:bodyPr wrap="square">
            <a:spAutoFit/>
          </a:bodyPr>
          <a:lstStyle/>
          <a:p>
            <a:pPr algn="l" fontAlgn="base"/>
            <a:r>
              <a:rPr lang="en-US" b="1" i="0" dirty="0">
                <a:solidFill>
                  <a:srgbClr val="273239"/>
                </a:solidFill>
                <a:effectLst/>
                <a:latin typeface="urw-din"/>
              </a:rPr>
              <a:t>Private Access Modifier:</a:t>
            </a:r>
          </a:p>
          <a:p>
            <a:pPr algn="l" fontAlgn="base"/>
            <a:r>
              <a:rPr lang="en-US" b="0" i="0" dirty="0">
                <a:solidFill>
                  <a:srgbClr val="273239"/>
                </a:solidFill>
                <a:effectLst/>
                <a:latin typeface="urw-din"/>
              </a:rPr>
              <a:t>The members of a class that are declared private are accessible within the class only, private access modifier is the most secure access modifier. Data members of a class are declared private by adding a double underscore ‘__’ symbol before the data member of that class. </a:t>
            </a:r>
          </a:p>
        </p:txBody>
      </p:sp>
      <p:sp>
        <p:nvSpPr>
          <p:cNvPr id="6" name="Rectangle 1"/>
          <p:cNvSpPr>
            <a:spLocks noChangeArrowheads="1"/>
          </p:cNvSpPr>
          <p:nvPr/>
        </p:nvSpPr>
        <p:spPr bwMode="auto">
          <a:xfrm>
            <a:off x="1083213" y="505143"/>
            <a:ext cx="3995420" cy="58477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1" i="0" u="none" strike="noStrike" cap="none" normalizeH="0" baseline="0" dirty="0">
                <a:ln>
                  <a:noFill/>
                </a:ln>
                <a:solidFill>
                  <a:srgbClr val="006699"/>
                </a:solidFill>
                <a:effectLst/>
                <a:latin typeface="Consolas" panose="020B0609020204030204" pitchFamily="49" charset="0"/>
              </a:rPr>
              <a:t>class</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Geek:</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 private members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__name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808080"/>
                </a:solidFill>
                <a:effectLst/>
                <a:latin typeface="Consolas" panose="020B0609020204030204" pitchFamily="49" charset="0"/>
              </a:rPr>
              <a:t>None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__roll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808080"/>
                </a:solidFill>
                <a:effectLst/>
                <a:latin typeface="Consolas" panose="020B0609020204030204" pitchFamily="49" charset="0"/>
              </a:rPr>
              <a:t>None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__branch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808080"/>
                </a:solidFill>
                <a:effectLst/>
                <a:latin typeface="Consolas" panose="020B0609020204030204" pitchFamily="49" charset="0"/>
              </a:rPr>
              <a:t>None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 constructor</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def</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__</a:t>
            </a:r>
            <a:r>
              <a:rPr kumimoji="0" lang="en-US" altLang="en-US" sz="1100" b="0" i="0" u="none" strike="noStrike" cap="none" normalizeH="0" baseline="0" dirty="0" err="1">
                <a:ln>
                  <a:noFill/>
                </a:ln>
                <a:solidFill>
                  <a:srgbClr val="000000"/>
                </a:solidFill>
                <a:effectLst/>
                <a:latin typeface="Consolas" panose="020B0609020204030204" pitchFamily="49" charset="0"/>
              </a:rPr>
              <a:t>init</a:t>
            </a:r>
            <a:r>
              <a:rPr kumimoji="0" lang="en-US" altLang="en-US" sz="1100" b="0" i="0" u="none" strike="noStrike" cap="none" normalizeH="0" baseline="0" dirty="0">
                <a:ln>
                  <a:noFill/>
                </a:ln>
                <a:solidFill>
                  <a:srgbClr val="000000"/>
                </a:solidFill>
                <a:effectLst/>
                <a:latin typeface="Consolas" panose="020B0609020204030204" pitchFamily="49" charset="0"/>
              </a:rPr>
              <a:t>__(</a:t>
            </a:r>
            <a:r>
              <a:rPr kumimoji="0" lang="en-US" altLang="en-US" sz="1100" b="0" i="0" u="none" strike="noStrike" cap="none" normalizeH="0" baseline="0" dirty="0">
                <a:ln>
                  <a:noFill/>
                </a:ln>
                <a:solidFill>
                  <a:srgbClr val="808080"/>
                </a:solidFill>
                <a:effectLst/>
                <a:latin typeface="Consolas" panose="020B0609020204030204" pitchFamily="49" charset="0"/>
              </a:rPr>
              <a:t>self</a:t>
            </a:r>
            <a:r>
              <a:rPr kumimoji="0" lang="en-US" altLang="en-US" sz="1100" b="0" i="0" u="none" strike="noStrike" cap="none" normalizeH="0" baseline="0" dirty="0">
                <a:ln>
                  <a:noFill/>
                </a:ln>
                <a:solidFill>
                  <a:srgbClr val="000000"/>
                </a:solidFill>
                <a:effectLst/>
                <a:latin typeface="Consolas" panose="020B0609020204030204" pitchFamily="49" charset="0"/>
              </a:rPr>
              <a:t>, name, roll, branch):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self</a:t>
            </a:r>
            <a:r>
              <a:rPr kumimoji="0" lang="en-US" altLang="en-US" sz="1100" b="0" i="0" u="none" strike="noStrike" cap="none" normalizeH="0" baseline="0" dirty="0" err="1">
                <a:ln>
                  <a:noFill/>
                </a:ln>
                <a:solidFill>
                  <a:srgbClr val="000000"/>
                </a:solidFill>
                <a:effectLst/>
                <a:latin typeface="Consolas" panose="020B0609020204030204" pitchFamily="49" charset="0"/>
              </a:rPr>
              <a:t>.__name</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name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self</a:t>
            </a:r>
            <a:r>
              <a:rPr kumimoji="0" lang="en-US" altLang="en-US" sz="1100" b="0" i="0" u="none" strike="noStrike" cap="none" normalizeH="0" baseline="0" dirty="0" err="1">
                <a:ln>
                  <a:noFill/>
                </a:ln>
                <a:solidFill>
                  <a:srgbClr val="000000"/>
                </a:solidFill>
                <a:effectLst/>
                <a:latin typeface="Consolas" panose="020B0609020204030204" pitchFamily="49" charset="0"/>
              </a:rPr>
              <a:t>.__roll</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roll</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self</a:t>
            </a:r>
            <a:r>
              <a:rPr kumimoji="0" lang="en-US" altLang="en-US" sz="1100" b="0" i="0" u="none" strike="noStrike" cap="none" normalizeH="0" baseline="0" dirty="0" err="1">
                <a:ln>
                  <a:noFill/>
                </a:ln>
                <a:solidFill>
                  <a:srgbClr val="000000"/>
                </a:solidFill>
                <a:effectLst/>
                <a:latin typeface="Consolas" panose="020B0609020204030204" pitchFamily="49" charset="0"/>
              </a:rPr>
              <a:t>.__branch</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branch</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 private member function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def</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__</a:t>
            </a:r>
            <a:r>
              <a:rPr kumimoji="0" lang="en-US" altLang="en-US" sz="1100" b="0" i="0" u="none" strike="noStrike" cap="none" normalizeH="0" baseline="0" dirty="0" err="1">
                <a:ln>
                  <a:noFill/>
                </a:ln>
                <a:solidFill>
                  <a:srgbClr val="000000"/>
                </a:solidFill>
                <a:effectLst/>
                <a:latin typeface="Consolas" panose="020B0609020204030204" pitchFamily="49" charset="0"/>
              </a:rPr>
              <a:t>displayDetails</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808080"/>
                </a:solidFill>
                <a:effectLst/>
                <a:latin typeface="Consolas" panose="020B0609020204030204" pitchFamily="49" charset="0"/>
              </a:rPr>
              <a:t>self</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 accessing private data members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FF1493"/>
                </a:solidFill>
                <a:effectLst/>
                <a:latin typeface="Consolas" panose="020B0609020204030204" pitchFamily="49" charset="0"/>
              </a:rPr>
              <a:t>print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"Name: "</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self</a:t>
            </a:r>
            <a:r>
              <a:rPr kumimoji="0" lang="en-US" altLang="en-US" sz="1100" b="0" i="0" u="none" strike="noStrike" cap="none" normalizeH="0" baseline="0" dirty="0" err="1">
                <a:ln>
                  <a:noFill/>
                </a:ln>
                <a:solidFill>
                  <a:srgbClr val="000000"/>
                </a:solidFill>
                <a:effectLst/>
                <a:latin typeface="Consolas" panose="020B0609020204030204" pitchFamily="49" charset="0"/>
              </a:rPr>
              <a:t>.__name</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FF1493"/>
                </a:solidFill>
                <a:effectLst/>
                <a:latin typeface="Consolas" panose="020B0609020204030204" pitchFamily="49" charset="0"/>
              </a:rPr>
              <a:t>print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"Roll: "</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self</a:t>
            </a:r>
            <a:r>
              <a:rPr kumimoji="0" lang="en-US" altLang="en-US" sz="1100" b="0" i="0" u="none" strike="noStrike" cap="none" normalizeH="0" baseline="0" dirty="0" err="1">
                <a:ln>
                  <a:noFill/>
                </a:ln>
                <a:solidFill>
                  <a:srgbClr val="000000"/>
                </a:solidFill>
                <a:effectLst/>
                <a:latin typeface="Consolas" panose="020B0609020204030204" pitchFamily="49" charset="0"/>
              </a:rPr>
              <a:t>.__roll</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FF1493"/>
                </a:solidFill>
                <a:effectLst/>
                <a:latin typeface="Consolas" panose="020B0609020204030204" pitchFamily="49" charset="0"/>
              </a:rPr>
              <a:t>print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"Branch: "</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self</a:t>
            </a:r>
            <a:r>
              <a:rPr kumimoji="0" lang="en-US" altLang="en-US" sz="1100" b="0" i="0" u="none" strike="noStrike" cap="none" normalizeH="0" baseline="0" dirty="0" err="1">
                <a:ln>
                  <a:noFill/>
                </a:ln>
                <a:solidFill>
                  <a:srgbClr val="000000"/>
                </a:solidFill>
                <a:effectLst/>
                <a:latin typeface="Consolas" panose="020B0609020204030204" pitchFamily="49" charset="0"/>
              </a:rPr>
              <a:t>.__branch</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 public member function</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def</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000000"/>
                </a:solidFill>
                <a:effectLst/>
                <a:latin typeface="Consolas" panose="020B0609020204030204" pitchFamily="49" charset="0"/>
              </a:rPr>
              <a:t>accessPrivateFunction</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808080"/>
                </a:solidFill>
                <a:effectLst/>
                <a:latin typeface="Consolas" panose="020B0609020204030204" pitchFamily="49" charset="0"/>
              </a:rPr>
              <a:t>self</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 </a:t>
            </a:r>
            <a:r>
              <a:rPr kumimoji="0" lang="en-US" altLang="en-US" sz="1100" b="0" i="0" u="none" strike="noStrike" cap="none" normalizeH="0" baseline="0" dirty="0" err="1">
                <a:ln>
                  <a:noFill/>
                </a:ln>
                <a:solidFill>
                  <a:srgbClr val="008200"/>
                </a:solidFill>
                <a:effectLst/>
                <a:latin typeface="Consolas" panose="020B0609020204030204" pitchFamily="49" charset="0"/>
              </a:rPr>
              <a:t>accesing</a:t>
            </a:r>
            <a:r>
              <a:rPr kumimoji="0" lang="en-US" altLang="en-US" sz="1100" b="0" i="0" u="none" strike="noStrike" cap="none" normalizeH="0" baseline="0" dirty="0">
                <a:ln>
                  <a:noFill/>
                </a:ln>
                <a:solidFill>
                  <a:srgbClr val="008200"/>
                </a:solidFill>
                <a:effectLst/>
                <a:latin typeface="Consolas" panose="020B0609020204030204" pitchFamily="49" charset="0"/>
              </a:rPr>
              <a:t> private member function</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808080"/>
                </a:solidFill>
                <a:effectLst/>
                <a:latin typeface="Consolas" panose="020B0609020204030204" pitchFamily="49" charset="0"/>
              </a:rPr>
              <a:t>self</a:t>
            </a:r>
            <a:r>
              <a:rPr kumimoji="0" lang="en-US" altLang="en-US" sz="1100" b="0" i="0" u="none" strike="noStrike" cap="none" normalizeH="0" baseline="0" dirty="0">
                <a:ln>
                  <a:noFill/>
                </a:ln>
                <a:solidFill>
                  <a:srgbClr val="000000"/>
                </a:solidFill>
                <a:effectLst/>
                <a:latin typeface="Consolas" panose="020B0609020204030204" pitchFamily="49" charset="0"/>
              </a:rPr>
              <a:t>.__</a:t>
            </a:r>
            <a:r>
              <a:rPr kumimoji="0" lang="en-US" altLang="en-US" sz="1100" b="0" i="0" u="none" strike="noStrike" cap="none" normalizeH="0" baseline="0" dirty="0" err="1">
                <a:ln>
                  <a:noFill/>
                </a:ln>
                <a:solidFill>
                  <a:srgbClr val="000000"/>
                </a:solidFill>
                <a:effectLst/>
                <a:latin typeface="Consolas" panose="020B0609020204030204" pitchFamily="49" charset="0"/>
              </a:rPr>
              <a:t>displayDetails</a:t>
            </a: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008200"/>
                </a:solidFill>
                <a:effectLst/>
                <a:latin typeface="Consolas" panose="020B0609020204030204" pitchFamily="49" charset="0"/>
              </a:rPr>
              <a:t># creating object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000000"/>
                </a:solidFill>
                <a:effectLst/>
                <a:latin typeface="Consolas" panose="020B0609020204030204" pitchFamily="49" charset="0"/>
              </a:rPr>
              <a:t>obj </a:t>
            </a:r>
            <a:r>
              <a:rPr kumimoji="0" lang="en-US" altLang="en-US" sz="1100" b="1" i="0" u="none" strike="noStrike" cap="none" normalizeH="0" baseline="0" dirty="0">
                <a:ln>
                  <a:noFill/>
                </a:ln>
                <a:solidFill>
                  <a:srgbClr val="006699"/>
                </a:solidFill>
                <a:effectLst/>
                <a:latin typeface="Consolas" panose="020B0609020204030204" pitchFamily="49" charset="0"/>
              </a:rPr>
              <a: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Geek(</a:t>
            </a:r>
            <a:r>
              <a:rPr kumimoji="0" lang="en-US" altLang="en-US" sz="1100" b="0" i="0" u="none" strike="noStrike" cap="none" normalizeH="0" baseline="0" dirty="0">
                <a:ln>
                  <a:noFill/>
                </a:ln>
                <a:solidFill>
                  <a:srgbClr val="0000FF"/>
                </a:solidFill>
                <a:effectLst/>
                <a:latin typeface="Consolas" panose="020B0609020204030204" pitchFamily="49" charset="0"/>
              </a:rPr>
              <a:t>"R2J"</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0" i="0" u="none" strike="noStrike" cap="none" normalizeH="0" baseline="0" dirty="0">
                <a:ln>
                  <a:noFill/>
                </a:ln>
                <a:solidFill>
                  <a:srgbClr val="009900"/>
                </a:solidFill>
                <a:effectLst/>
                <a:latin typeface="Consolas" panose="020B0609020204030204" pitchFamily="49" charset="0"/>
              </a:rPr>
              <a:t>1706256</a:t>
            </a:r>
            <a:r>
              <a:rPr kumimoji="0" lang="en-US" altLang="en-US" sz="1100" b="0" i="0" u="none" strike="noStrike" cap="none" normalizeH="0" baseline="0" dirty="0">
                <a:ln>
                  <a:noFill/>
                </a:ln>
                <a:solidFill>
                  <a:srgbClr val="000000"/>
                </a:solidFill>
                <a:effectLst/>
                <a:latin typeface="Consolas" panose="020B0609020204030204" pitchFamily="49" charset="0"/>
              </a:rPr>
              <a:t>, </a:t>
            </a:r>
            <a:r>
              <a:rPr kumimoji="0" lang="en-US" altLang="en-US" sz="1100" b="0" i="0" u="none" strike="noStrike" cap="none" normalizeH="0" baseline="0" dirty="0">
                <a:ln>
                  <a:noFill/>
                </a:ln>
                <a:solidFill>
                  <a:srgbClr val="0000FF"/>
                </a:solidFill>
                <a:effectLst/>
                <a:latin typeface="Consolas" panose="020B0609020204030204" pitchFamily="49" charset="0"/>
              </a:rPr>
              <a:t>"Information Technology"</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rgbClr val="008200"/>
                </a:solidFill>
                <a:effectLst/>
                <a:latin typeface="Consolas" panose="020B0609020204030204" pitchFamily="49" charset="0"/>
              </a:rPr>
              <a:t># calling public member function of the class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err="1">
                <a:ln>
                  <a:noFill/>
                </a:ln>
                <a:solidFill>
                  <a:srgbClr val="000000"/>
                </a:solidFill>
                <a:effectLst/>
                <a:latin typeface="Consolas" panose="020B0609020204030204" pitchFamily="49" charset="0"/>
              </a:rPr>
              <a:t>obj.accessPrivateFunction</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Write a program of Library Management System using class + Tkinter, with only the most basic features:</a:t>
            </a:r>
          </a:p>
          <a:p>
            <a:endParaRPr lang="en-US" altLang="en-US"/>
          </a:p>
          <a:p>
            <a:r>
              <a:rPr lang="en-US" altLang="en-US"/>
              <a:t>✅ Add a book</a:t>
            </a:r>
          </a:p>
          <a:p>
            <a:r>
              <a:rPr lang="en-US" altLang="en-US"/>
              <a:t>✅ View all books</a:t>
            </a:r>
          </a:p>
          <a:p>
            <a:r>
              <a:rPr lang="en-US" altLang="en-US"/>
              <a:t>✅ Clear the list</a:t>
            </a:r>
          </a:p>
        </p:txBody>
      </p:sp>
      <p:pic>
        <p:nvPicPr>
          <p:cNvPr id="4" name="Picture 3"/>
          <p:cNvPicPr>
            <a:picLocks noChangeAspect="1"/>
          </p:cNvPicPr>
          <p:nvPr/>
        </p:nvPicPr>
        <p:blipFill>
          <a:blip r:embed="rId2"/>
          <a:stretch>
            <a:fillRect/>
          </a:stretch>
        </p:blipFill>
        <p:spPr>
          <a:xfrm>
            <a:off x="5782310" y="2821305"/>
            <a:ext cx="3742690" cy="347726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509954"/>
            <a:ext cx="10515600" cy="5667009"/>
          </a:xfrm>
        </p:spPr>
        <p:txBody>
          <a:bodyPr>
            <a:normAutofit fontScale="25000" lnSpcReduction="20000"/>
          </a:bodyPr>
          <a:lstStyle/>
          <a:p>
            <a:pPr marL="0" indent="0">
              <a:buNone/>
            </a:pPr>
            <a:r>
              <a:rPr lang="en-US" altLang="en-US" dirty="0"/>
              <a:t>from </a:t>
            </a:r>
            <a:r>
              <a:rPr lang="en-US" altLang="en-US" dirty="0" err="1"/>
              <a:t>tkinter</a:t>
            </a:r>
            <a:r>
              <a:rPr lang="en-US" altLang="en-US" dirty="0"/>
              <a:t> import *</a:t>
            </a:r>
          </a:p>
          <a:p>
            <a:pPr marL="0" indent="0">
              <a:buNone/>
            </a:pPr>
            <a:r>
              <a:rPr lang="en-US" altLang="en-US" dirty="0"/>
              <a:t># -------- Library Class -------- #</a:t>
            </a:r>
          </a:p>
          <a:p>
            <a:pPr marL="0" indent="0">
              <a:buNone/>
            </a:pPr>
            <a:r>
              <a:rPr lang="en-US" altLang="en-US" dirty="0"/>
              <a:t>class Library:</a:t>
            </a:r>
          </a:p>
          <a:p>
            <a:pPr marL="0" indent="0">
              <a:buNone/>
            </a:pPr>
            <a:r>
              <a:rPr lang="en-US" altLang="en-US" dirty="0"/>
              <a:t>    </a:t>
            </a:r>
            <a:r>
              <a:rPr lang="en-US" altLang="en-US" dirty="0" err="1"/>
              <a:t>def</a:t>
            </a:r>
            <a:r>
              <a:rPr lang="en-US" altLang="en-US" dirty="0"/>
              <a:t> __</a:t>
            </a:r>
            <a:r>
              <a:rPr lang="en-US" altLang="en-US" dirty="0" err="1"/>
              <a:t>init</a:t>
            </a:r>
            <a:r>
              <a:rPr lang="en-US" altLang="en-US" dirty="0"/>
              <a:t>__(self):</a:t>
            </a:r>
          </a:p>
          <a:p>
            <a:pPr marL="0" indent="0">
              <a:buNone/>
            </a:pPr>
            <a:r>
              <a:rPr lang="en-US" altLang="en-US" dirty="0"/>
              <a:t>        </a:t>
            </a:r>
            <a:r>
              <a:rPr lang="en-US" altLang="en-US" dirty="0" err="1"/>
              <a:t>self.books</a:t>
            </a:r>
            <a:r>
              <a:rPr lang="en-US" altLang="en-US" dirty="0"/>
              <a:t> = []   # list to store book names</a:t>
            </a:r>
          </a:p>
          <a:p>
            <a:pPr marL="0" indent="0">
              <a:buNone/>
            </a:pPr>
            <a:endParaRPr lang="en-US" altLang="en-US" dirty="0"/>
          </a:p>
          <a:p>
            <a:pPr marL="0" indent="0">
              <a:buNone/>
            </a:pPr>
            <a:r>
              <a:rPr lang="en-US" altLang="en-US" dirty="0"/>
              <a:t>    </a:t>
            </a:r>
            <a:r>
              <a:rPr lang="en-US" altLang="en-US" dirty="0" err="1"/>
              <a:t>def</a:t>
            </a:r>
            <a:r>
              <a:rPr lang="en-US" altLang="en-US" dirty="0"/>
              <a:t> </a:t>
            </a:r>
            <a:r>
              <a:rPr lang="en-US" altLang="en-US" dirty="0" err="1"/>
              <a:t>add_book</a:t>
            </a:r>
            <a:r>
              <a:rPr lang="en-US" altLang="en-US" dirty="0"/>
              <a:t>(self, title):</a:t>
            </a:r>
          </a:p>
          <a:p>
            <a:pPr marL="0" indent="0">
              <a:buNone/>
            </a:pPr>
            <a:r>
              <a:rPr lang="en-US" altLang="en-US" dirty="0"/>
              <a:t>        if title != "":</a:t>
            </a:r>
          </a:p>
          <a:p>
            <a:pPr marL="0" indent="0">
              <a:buNone/>
            </a:pPr>
            <a:r>
              <a:rPr lang="en-US" altLang="en-US" dirty="0"/>
              <a:t>            </a:t>
            </a:r>
            <a:r>
              <a:rPr lang="en-US" altLang="en-US" dirty="0" err="1"/>
              <a:t>self.books.append</a:t>
            </a:r>
            <a:r>
              <a:rPr lang="en-US" altLang="en-US" dirty="0"/>
              <a:t>(title)</a:t>
            </a:r>
          </a:p>
          <a:p>
            <a:pPr marL="0" indent="0">
              <a:buNone/>
            </a:pPr>
            <a:r>
              <a:rPr lang="en-US" altLang="en-US" dirty="0"/>
              <a:t>            return True</a:t>
            </a:r>
          </a:p>
          <a:p>
            <a:pPr marL="0" indent="0">
              <a:buNone/>
            </a:pPr>
            <a:r>
              <a:rPr lang="en-US" altLang="en-US" dirty="0"/>
              <a:t>        else:</a:t>
            </a:r>
          </a:p>
          <a:p>
            <a:pPr marL="0" indent="0">
              <a:buNone/>
            </a:pPr>
            <a:r>
              <a:rPr lang="en-US" altLang="en-US" dirty="0"/>
              <a:t>            return False</a:t>
            </a:r>
          </a:p>
          <a:p>
            <a:pPr marL="0" indent="0">
              <a:buNone/>
            </a:pPr>
            <a:endParaRPr lang="en-US" altLang="en-US" dirty="0"/>
          </a:p>
          <a:p>
            <a:pPr marL="0" indent="0">
              <a:buNone/>
            </a:pPr>
            <a:r>
              <a:rPr lang="en-US" altLang="en-US" dirty="0"/>
              <a:t>    </a:t>
            </a:r>
            <a:r>
              <a:rPr lang="en-US" altLang="en-US" dirty="0" err="1"/>
              <a:t>def</a:t>
            </a:r>
            <a:r>
              <a:rPr lang="en-US" altLang="en-US" dirty="0"/>
              <a:t> </a:t>
            </a:r>
            <a:r>
              <a:rPr lang="en-US" altLang="en-US" dirty="0" err="1"/>
              <a:t>view_books</a:t>
            </a:r>
            <a:r>
              <a:rPr lang="en-US" altLang="en-US" dirty="0"/>
              <a:t>(self):</a:t>
            </a:r>
          </a:p>
          <a:p>
            <a:pPr marL="0" indent="0">
              <a:buNone/>
            </a:pPr>
            <a:r>
              <a:rPr lang="en-US" altLang="en-US" dirty="0"/>
              <a:t>        return </a:t>
            </a:r>
            <a:r>
              <a:rPr lang="en-US" altLang="en-US" dirty="0" err="1"/>
              <a:t>self.books</a:t>
            </a:r>
            <a:endParaRPr lang="en-US" altLang="en-US" dirty="0"/>
          </a:p>
          <a:p>
            <a:pPr marL="0" indent="0">
              <a:buNone/>
            </a:pPr>
            <a:endParaRPr lang="en-US" altLang="en-US" dirty="0"/>
          </a:p>
          <a:p>
            <a:pPr marL="0" indent="0">
              <a:buNone/>
            </a:pPr>
            <a:r>
              <a:rPr lang="en-US" altLang="en-US" dirty="0"/>
              <a:t>    </a:t>
            </a:r>
            <a:r>
              <a:rPr lang="en-US" altLang="en-US" dirty="0" err="1"/>
              <a:t>def</a:t>
            </a:r>
            <a:r>
              <a:rPr lang="en-US" altLang="en-US" dirty="0"/>
              <a:t> </a:t>
            </a:r>
            <a:r>
              <a:rPr lang="en-US" altLang="en-US" dirty="0" err="1"/>
              <a:t>clear_books</a:t>
            </a:r>
            <a:r>
              <a:rPr lang="en-US" altLang="en-US" dirty="0"/>
              <a:t>(self):</a:t>
            </a:r>
          </a:p>
          <a:p>
            <a:pPr marL="0" indent="0">
              <a:buNone/>
            </a:pPr>
            <a:r>
              <a:rPr lang="en-US" altLang="en-US" dirty="0"/>
              <a:t>        </a:t>
            </a:r>
            <a:r>
              <a:rPr lang="en-US" altLang="en-US" dirty="0" err="1"/>
              <a:t>self.books.clear</a:t>
            </a:r>
            <a:r>
              <a:rPr lang="en-US" altLang="en-US" dirty="0"/>
              <a:t>()</a:t>
            </a:r>
          </a:p>
          <a:p>
            <a:pPr marL="0" indent="0">
              <a:buNone/>
            </a:pPr>
            <a:endParaRPr lang="en-US" altLang="en-US" dirty="0"/>
          </a:p>
          <a:p>
            <a:pPr marL="0" indent="0">
              <a:buNone/>
            </a:pPr>
            <a:endParaRPr lang="en-US" altLang="en-US" dirty="0"/>
          </a:p>
          <a:p>
            <a:pPr marL="0" indent="0">
              <a:buNone/>
            </a:pPr>
            <a:r>
              <a:rPr lang="en-US" altLang="en-US" dirty="0"/>
              <a:t># -------- GUI Class -------- #</a:t>
            </a:r>
          </a:p>
          <a:p>
            <a:pPr marL="0" indent="0">
              <a:buNone/>
            </a:pPr>
            <a:r>
              <a:rPr lang="en-US" altLang="en-US" dirty="0"/>
              <a:t>class </a:t>
            </a:r>
            <a:r>
              <a:rPr lang="en-US" altLang="en-US" dirty="0" err="1"/>
              <a:t>LibraryApp</a:t>
            </a:r>
            <a:r>
              <a:rPr lang="en-US" altLang="en-US" dirty="0"/>
              <a:t>:</a:t>
            </a:r>
          </a:p>
          <a:p>
            <a:pPr marL="0" indent="0">
              <a:buNone/>
            </a:pPr>
            <a:r>
              <a:rPr lang="en-US" altLang="en-US" dirty="0"/>
              <a:t>    </a:t>
            </a:r>
            <a:r>
              <a:rPr lang="en-US" altLang="en-US" dirty="0" err="1"/>
              <a:t>def</a:t>
            </a:r>
            <a:r>
              <a:rPr lang="en-US" altLang="en-US" dirty="0"/>
              <a:t> __</a:t>
            </a:r>
            <a:r>
              <a:rPr lang="en-US" altLang="en-US" dirty="0" err="1"/>
              <a:t>init</a:t>
            </a:r>
            <a:r>
              <a:rPr lang="en-US" altLang="en-US" dirty="0"/>
              <a:t>__(self, root):</a:t>
            </a:r>
          </a:p>
          <a:p>
            <a:pPr marL="0" indent="0">
              <a:buNone/>
            </a:pPr>
            <a:r>
              <a:rPr lang="en-US" altLang="en-US" dirty="0"/>
              <a:t>        </a:t>
            </a:r>
            <a:r>
              <a:rPr lang="en-US" altLang="en-US" dirty="0" err="1"/>
              <a:t>self.library</a:t>
            </a:r>
            <a:r>
              <a:rPr lang="en-US" altLang="en-US" dirty="0"/>
              <a:t> = Library()</a:t>
            </a:r>
          </a:p>
          <a:p>
            <a:pPr marL="0" indent="0">
              <a:buNone/>
            </a:pPr>
            <a:r>
              <a:rPr lang="en-US" altLang="en-US" dirty="0"/>
              <a:t>        </a:t>
            </a:r>
            <a:r>
              <a:rPr lang="en-US" altLang="en-US" dirty="0" err="1"/>
              <a:t>self.root</a:t>
            </a:r>
            <a:r>
              <a:rPr lang="en-US" altLang="en-US" dirty="0"/>
              <a:t> = root</a:t>
            </a:r>
          </a:p>
          <a:p>
            <a:pPr marL="0" indent="0">
              <a:buNone/>
            </a:pPr>
            <a:r>
              <a:rPr lang="en-US" altLang="en-US" dirty="0"/>
              <a:t>        </a:t>
            </a:r>
            <a:r>
              <a:rPr lang="en-US" altLang="en-US" dirty="0" err="1"/>
              <a:t>self.root.title</a:t>
            </a:r>
            <a:r>
              <a:rPr lang="en-US" altLang="en-US" dirty="0"/>
              <a:t>("Simple Library System")</a:t>
            </a:r>
          </a:p>
          <a:p>
            <a:pPr marL="0" indent="0">
              <a:buNone/>
            </a:pPr>
            <a:r>
              <a:rPr lang="en-US" altLang="en-US" dirty="0"/>
              <a:t>        </a:t>
            </a:r>
            <a:r>
              <a:rPr lang="en-US" altLang="en-US" dirty="0" err="1"/>
              <a:t>self.root.geometry</a:t>
            </a:r>
            <a:r>
              <a:rPr lang="en-US" altLang="en-US" dirty="0"/>
              <a:t>("400x300")</a:t>
            </a:r>
          </a:p>
          <a:p>
            <a:pPr marL="0" indent="0">
              <a:buNone/>
            </a:pPr>
            <a:endParaRPr lang="en-US" altLang="en-US" dirty="0"/>
          </a:p>
          <a:p>
            <a:pPr marL="0" indent="0">
              <a:buNone/>
            </a:pPr>
            <a:r>
              <a:rPr lang="en-US" altLang="en-US" dirty="0"/>
              <a:t>        Label(root, text="Library Management", font=("Arial", 16, "bold")).pack(</a:t>
            </a:r>
            <a:r>
              <a:rPr lang="en-US" altLang="en-US" dirty="0" err="1"/>
              <a:t>pady</a:t>
            </a:r>
            <a:r>
              <a:rPr lang="en-US" altLang="en-US" dirty="0"/>
              <a:t>=10)</a:t>
            </a:r>
          </a:p>
          <a:p>
            <a:pPr marL="0" indent="0">
              <a:buNone/>
            </a:pPr>
            <a:endParaRPr lang="en-US" altLang="en-US" dirty="0"/>
          </a:p>
          <a:p>
            <a:pPr marL="0" indent="0">
              <a:buNone/>
            </a:pPr>
            <a:r>
              <a:rPr lang="en-US" altLang="en-US" dirty="0"/>
              <a:t>        # --- Entry box for book title --- #</a:t>
            </a:r>
          </a:p>
          <a:p>
            <a:pPr marL="0" indent="0">
              <a:buNone/>
            </a:pPr>
            <a:r>
              <a:rPr lang="en-US" altLang="en-US" dirty="0"/>
              <a:t>        Label(root, text="Enter Book Title:").pack()</a:t>
            </a:r>
          </a:p>
          <a:p>
            <a:pPr marL="0" indent="0">
              <a:buNone/>
            </a:pPr>
            <a:r>
              <a:rPr lang="en-US" altLang="en-US" dirty="0"/>
              <a:t>        </a:t>
            </a:r>
            <a:r>
              <a:rPr lang="en-US" altLang="en-US" dirty="0" err="1"/>
              <a:t>self.title_entry</a:t>
            </a:r>
            <a:r>
              <a:rPr lang="en-US" altLang="en-US" dirty="0"/>
              <a:t> = Entry(root, width=40)</a:t>
            </a:r>
          </a:p>
          <a:p>
            <a:pPr marL="0" indent="0">
              <a:buNone/>
            </a:pPr>
            <a:r>
              <a:rPr lang="en-US" altLang="en-US" dirty="0"/>
              <a:t>        </a:t>
            </a:r>
            <a:r>
              <a:rPr lang="en-US" altLang="en-US" dirty="0" err="1"/>
              <a:t>self.title_entry.pack</a:t>
            </a:r>
            <a:r>
              <a:rPr lang="en-US" altLang="en-US" dirty="0"/>
              <a:t>(</a:t>
            </a:r>
            <a:r>
              <a:rPr lang="en-US" altLang="en-US" dirty="0" err="1"/>
              <a:t>pady</a:t>
            </a:r>
            <a:r>
              <a:rPr lang="en-US" altLang="en-US" dirty="0"/>
              <a:t>=5)</a:t>
            </a:r>
          </a:p>
          <a:p>
            <a:pPr marL="0" indent="0">
              <a:buNone/>
            </a:pPr>
            <a:endParaRPr lang="en-US" altLang="en-US" dirty="0"/>
          </a:p>
          <a:p>
            <a:pPr marL="0" indent="0">
              <a:buNone/>
            </a:pPr>
            <a:r>
              <a:rPr lang="en-US" altLang="en-US" dirty="0"/>
              <a:t>        # --- Buttons --- #</a:t>
            </a:r>
          </a:p>
          <a:p>
            <a:pPr marL="0" indent="0">
              <a:buNone/>
            </a:pPr>
            <a:r>
              <a:rPr lang="en-US" altLang="en-US" dirty="0"/>
              <a:t>        Button(root, text="Add Book", command=</a:t>
            </a:r>
            <a:r>
              <a:rPr lang="en-US" altLang="en-US" dirty="0" err="1"/>
              <a:t>self.add_book</a:t>
            </a:r>
            <a:r>
              <a:rPr lang="en-US" altLang="en-US" dirty="0"/>
              <a:t>).pack(</a:t>
            </a:r>
            <a:r>
              <a:rPr lang="en-US" altLang="en-US" dirty="0" err="1"/>
              <a:t>pady</a:t>
            </a:r>
            <a:r>
              <a:rPr lang="en-US" altLang="en-US" dirty="0"/>
              <a:t>=5)</a:t>
            </a:r>
          </a:p>
          <a:p>
            <a:pPr marL="0" indent="0">
              <a:buNone/>
            </a:pPr>
            <a:r>
              <a:rPr lang="en-US" altLang="en-US" dirty="0"/>
              <a:t>        Button(root, text="View Books", command=</a:t>
            </a:r>
            <a:r>
              <a:rPr lang="en-US" altLang="en-US" dirty="0" err="1"/>
              <a:t>self.view_books</a:t>
            </a:r>
            <a:r>
              <a:rPr lang="en-US" altLang="en-US" dirty="0"/>
              <a:t>).pack(</a:t>
            </a:r>
            <a:r>
              <a:rPr lang="en-US" altLang="en-US" dirty="0" err="1"/>
              <a:t>pady</a:t>
            </a:r>
            <a:r>
              <a:rPr lang="en-US" altLang="en-US" dirty="0"/>
              <a:t>=5)</a:t>
            </a:r>
          </a:p>
          <a:p>
            <a:pPr marL="0" indent="0">
              <a:buNone/>
            </a:pPr>
            <a:r>
              <a:rPr lang="en-US" altLang="en-US" dirty="0"/>
              <a:t>        Button(root, text="Clear All", command=</a:t>
            </a:r>
            <a:r>
              <a:rPr lang="en-US" altLang="en-US" dirty="0" err="1"/>
              <a:t>self.clear_books</a:t>
            </a:r>
            <a:r>
              <a:rPr lang="en-US" altLang="en-US" dirty="0"/>
              <a:t>).pack(</a:t>
            </a:r>
            <a:r>
              <a:rPr lang="en-US" altLang="en-US" dirty="0" err="1"/>
              <a:t>pady</a:t>
            </a:r>
            <a:r>
              <a:rPr lang="en-US" altLang="en-US" dirty="0"/>
              <a:t>=5)</a:t>
            </a:r>
          </a:p>
          <a:p>
            <a:pPr marL="0" indent="0">
              <a:buNone/>
            </a:pPr>
            <a:endParaRPr lang="en-US" altLang="en-US" dirty="0"/>
          </a:p>
          <a:p>
            <a:pPr marL="0" indent="0">
              <a:buNone/>
            </a:pPr>
            <a:r>
              <a:rPr lang="en-US" altLang="en-US" dirty="0"/>
              <a:t>        # --- </a:t>
            </a:r>
            <a:r>
              <a:rPr lang="en-US" altLang="en-US" dirty="0" err="1"/>
              <a:t>Listbox</a:t>
            </a:r>
            <a:r>
              <a:rPr lang="en-US" altLang="en-US" dirty="0"/>
              <a:t> to show books --- #</a:t>
            </a:r>
          </a:p>
          <a:p>
            <a:pPr marL="0" indent="0">
              <a:buNone/>
            </a:pPr>
            <a:r>
              <a:rPr lang="en-US" altLang="en-US" dirty="0"/>
              <a:t>        </a:t>
            </a:r>
            <a:r>
              <a:rPr lang="en-US" altLang="en-US" dirty="0" err="1"/>
              <a:t>self.listbox</a:t>
            </a:r>
            <a:r>
              <a:rPr lang="en-US" altLang="en-US" dirty="0"/>
              <a:t> = </a:t>
            </a:r>
            <a:r>
              <a:rPr lang="en-US" altLang="en-US" dirty="0" err="1"/>
              <a:t>Listbox</a:t>
            </a:r>
            <a:r>
              <a:rPr lang="en-US" altLang="en-US" dirty="0"/>
              <a:t>(root, width=50, height=10)</a:t>
            </a:r>
          </a:p>
          <a:p>
            <a:pPr marL="0" indent="0">
              <a:buNone/>
            </a:pPr>
            <a:r>
              <a:rPr lang="en-US" altLang="en-US" dirty="0"/>
              <a:t>        </a:t>
            </a:r>
            <a:r>
              <a:rPr lang="en-US" altLang="en-US" dirty="0" err="1"/>
              <a:t>self.listbox.pack</a:t>
            </a:r>
            <a:r>
              <a:rPr lang="en-US" altLang="en-US" dirty="0"/>
              <a:t>(</a:t>
            </a:r>
            <a:r>
              <a:rPr lang="en-US" altLang="en-US" dirty="0" err="1"/>
              <a:t>pady</a:t>
            </a:r>
            <a:r>
              <a:rPr lang="en-US" altLang="en-US" dirty="0"/>
              <a:t>=10)</a:t>
            </a:r>
          </a:p>
          <a:p>
            <a:pPr marL="0" indent="0">
              <a:buNone/>
            </a:pPr>
            <a:endParaRPr lang="en-US" altLang="en-US" dirty="0"/>
          </a:p>
          <a:p>
            <a:pPr marL="0" indent="0">
              <a:buNone/>
            </a:pPr>
            <a:r>
              <a:rPr lang="en-US" altLang="en-US" dirty="0"/>
              <a:t>    # --- Button Functions --- #</a:t>
            </a:r>
          </a:p>
          <a:p>
            <a:pPr marL="0" indent="0">
              <a:buNone/>
            </a:pPr>
            <a:r>
              <a:rPr lang="en-US" altLang="en-US" dirty="0"/>
              <a:t>    </a:t>
            </a:r>
            <a:r>
              <a:rPr lang="en-US" altLang="en-US" dirty="0" err="1"/>
              <a:t>def</a:t>
            </a:r>
            <a:r>
              <a:rPr lang="en-US" altLang="en-US" dirty="0"/>
              <a:t> </a:t>
            </a:r>
            <a:r>
              <a:rPr lang="en-US" altLang="en-US" dirty="0" err="1"/>
              <a:t>add_book</a:t>
            </a:r>
            <a:r>
              <a:rPr lang="en-US" altLang="en-US" dirty="0"/>
              <a:t>(self):</a:t>
            </a:r>
          </a:p>
          <a:p>
            <a:pPr marL="0" indent="0">
              <a:buNone/>
            </a:pPr>
            <a:r>
              <a:rPr lang="en-US" altLang="en-US" dirty="0"/>
              <a:t>        title = </a:t>
            </a:r>
            <a:r>
              <a:rPr lang="en-US" altLang="en-US" dirty="0" err="1"/>
              <a:t>self.title_entry.get</a:t>
            </a:r>
            <a:r>
              <a:rPr lang="en-US" altLang="en-US" dirty="0"/>
              <a:t>()</a:t>
            </a:r>
          </a:p>
          <a:p>
            <a:pPr marL="0" indent="0">
              <a:buNone/>
            </a:pPr>
            <a:r>
              <a:rPr lang="en-US" altLang="en-US" dirty="0"/>
              <a:t>        added = </a:t>
            </a:r>
            <a:r>
              <a:rPr lang="en-US" altLang="en-US" dirty="0" err="1"/>
              <a:t>self.library.add_book</a:t>
            </a:r>
            <a:r>
              <a:rPr lang="en-US" altLang="en-US" dirty="0"/>
              <a:t>(title)</a:t>
            </a:r>
          </a:p>
          <a:p>
            <a:pPr marL="0" indent="0">
              <a:buNone/>
            </a:pPr>
            <a:r>
              <a:rPr lang="en-US" altLang="en-US" dirty="0"/>
              <a:t>        if added:</a:t>
            </a:r>
          </a:p>
          <a:p>
            <a:pPr marL="0" indent="0">
              <a:buNone/>
            </a:pPr>
            <a:r>
              <a:rPr lang="en-US" altLang="en-US" dirty="0"/>
              <a:t>            </a:t>
            </a:r>
            <a:r>
              <a:rPr lang="en-US" altLang="en-US" dirty="0" err="1"/>
              <a:t>self.title_entry.delete</a:t>
            </a:r>
            <a:r>
              <a:rPr lang="en-US" altLang="en-US" dirty="0"/>
              <a:t>(0, END)</a:t>
            </a:r>
          </a:p>
          <a:p>
            <a:pPr marL="0" indent="0">
              <a:buNone/>
            </a:pPr>
            <a:r>
              <a:rPr lang="en-US" altLang="en-US" dirty="0"/>
              <a:t>            </a:t>
            </a:r>
            <a:r>
              <a:rPr lang="en-US" altLang="en-US" dirty="0" err="1"/>
              <a:t>self.view_books</a:t>
            </a:r>
            <a:r>
              <a:rPr lang="en-US" altLang="en-US" dirty="0"/>
              <a:t>()   # refresh list</a:t>
            </a:r>
          </a:p>
          <a:p>
            <a:pPr marL="0" indent="0">
              <a:buNone/>
            </a:pPr>
            <a:r>
              <a:rPr lang="en-US" altLang="en-US" dirty="0"/>
              <a:t>        else:</a:t>
            </a:r>
          </a:p>
          <a:p>
            <a:pPr marL="0" indent="0">
              <a:buNone/>
            </a:pPr>
            <a:r>
              <a:rPr lang="en-US" altLang="en-US" dirty="0"/>
              <a:t>            </a:t>
            </a:r>
            <a:r>
              <a:rPr lang="en-US" altLang="en-US" dirty="0" err="1"/>
              <a:t>self.listbox.insert</a:t>
            </a:r>
            <a:r>
              <a:rPr lang="en-US" altLang="en-US" dirty="0"/>
              <a:t>(END, "Please enter a book title!")</a:t>
            </a:r>
          </a:p>
          <a:p>
            <a:pPr marL="0" indent="0">
              <a:buNone/>
            </a:pPr>
            <a:endParaRPr lang="en-US" altLang="en-US" dirty="0"/>
          </a:p>
          <a:p>
            <a:pPr marL="0" indent="0">
              <a:buNone/>
            </a:pPr>
            <a:r>
              <a:rPr lang="en-US" altLang="en-US" dirty="0"/>
              <a:t>    </a:t>
            </a:r>
            <a:r>
              <a:rPr lang="en-US" altLang="en-US" dirty="0" err="1"/>
              <a:t>def</a:t>
            </a:r>
            <a:r>
              <a:rPr lang="en-US" altLang="en-US" dirty="0"/>
              <a:t> </a:t>
            </a:r>
            <a:r>
              <a:rPr lang="en-US" altLang="en-US" dirty="0" err="1"/>
              <a:t>view_books</a:t>
            </a:r>
            <a:r>
              <a:rPr lang="en-US" altLang="en-US" dirty="0"/>
              <a:t>(self):</a:t>
            </a:r>
          </a:p>
          <a:p>
            <a:pPr marL="0" indent="0">
              <a:buNone/>
            </a:pPr>
            <a:r>
              <a:rPr lang="en-US" altLang="en-US" dirty="0"/>
              <a:t>        </a:t>
            </a:r>
            <a:r>
              <a:rPr lang="en-US" altLang="en-US" dirty="0" err="1"/>
              <a:t>self.listbox.delete</a:t>
            </a:r>
            <a:r>
              <a:rPr lang="en-US" altLang="en-US" dirty="0"/>
              <a:t>(0, END)</a:t>
            </a:r>
          </a:p>
          <a:p>
            <a:pPr marL="0" indent="0">
              <a:buNone/>
            </a:pPr>
            <a:r>
              <a:rPr lang="en-US" altLang="en-US" dirty="0"/>
              <a:t>        for book in </a:t>
            </a:r>
            <a:r>
              <a:rPr lang="en-US" altLang="en-US" dirty="0" err="1"/>
              <a:t>self.library.view_books</a:t>
            </a:r>
            <a:r>
              <a:rPr lang="en-US" altLang="en-US" dirty="0"/>
              <a:t>():</a:t>
            </a:r>
          </a:p>
          <a:p>
            <a:pPr marL="0" indent="0">
              <a:buNone/>
            </a:pPr>
            <a:r>
              <a:rPr lang="en-US" altLang="en-US" dirty="0"/>
              <a:t>            </a:t>
            </a:r>
            <a:r>
              <a:rPr lang="en-US" altLang="en-US" dirty="0" err="1"/>
              <a:t>self.listbox.insert</a:t>
            </a:r>
            <a:r>
              <a:rPr lang="en-US" altLang="en-US" dirty="0"/>
              <a:t>(END, book)</a:t>
            </a:r>
          </a:p>
          <a:p>
            <a:pPr marL="0" indent="0">
              <a:buNone/>
            </a:pPr>
            <a:endParaRPr lang="en-US" altLang="en-US" dirty="0"/>
          </a:p>
          <a:p>
            <a:pPr marL="0" indent="0">
              <a:buNone/>
            </a:pPr>
            <a:r>
              <a:rPr lang="en-US" altLang="en-US" dirty="0"/>
              <a:t>    </a:t>
            </a:r>
            <a:r>
              <a:rPr lang="en-US" altLang="en-US" dirty="0" err="1"/>
              <a:t>def</a:t>
            </a:r>
            <a:r>
              <a:rPr lang="en-US" altLang="en-US" dirty="0"/>
              <a:t> </a:t>
            </a:r>
            <a:r>
              <a:rPr lang="en-US" altLang="en-US" dirty="0" err="1"/>
              <a:t>clear_books</a:t>
            </a:r>
            <a:r>
              <a:rPr lang="en-US" altLang="en-US" dirty="0"/>
              <a:t>(self):</a:t>
            </a:r>
          </a:p>
          <a:p>
            <a:pPr marL="0" indent="0">
              <a:buNone/>
            </a:pPr>
            <a:r>
              <a:rPr lang="en-US" altLang="en-US" dirty="0"/>
              <a:t>        </a:t>
            </a:r>
            <a:r>
              <a:rPr lang="en-US" altLang="en-US" dirty="0" err="1"/>
              <a:t>self.library.clear_books</a:t>
            </a:r>
            <a:r>
              <a:rPr lang="en-US" altLang="en-US" dirty="0"/>
              <a:t>()</a:t>
            </a:r>
          </a:p>
          <a:p>
            <a:pPr marL="0" indent="0">
              <a:buNone/>
            </a:pPr>
            <a:r>
              <a:rPr lang="en-US" altLang="en-US" dirty="0"/>
              <a:t>        </a:t>
            </a:r>
            <a:r>
              <a:rPr lang="en-US" altLang="en-US" dirty="0" err="1"/>
              <a:t>self.listbox.delete</a:t>
            </a:r>
            <a:r>
              <a:rPr lang="en-US" altLang="en-US" dirty="0"/>
              <a:t>(0, END)</a:t>
            </a:r>
          </a:p>
          <a:p>
            <a:pPr marL="0" indent="0">
              <a:buNone/>
            </a:pPr>
            <a:endParaRPr lang="en-US" altLang="en-US" dirty="0"/>
          </a:p>
          <a:p>
            <a:pPr marL="0" indent="0">
              <a:buNone/>
            </a:pPr>
            <a:endParaRPr lang="en-US" altLang="en-US" dirty="0"/>
          </a:p>
          <a:p>
            <a:pPr marL="0" indent="0">
              <a:buNone/>
            </a:pPr>
            <a:r>
              <a:rPr lang="en-US" altLang="en-US" dirty="0"/>
              <a:t># -------- Main Program -------- #</a:t>
            </a:r>
          </a:p>
          <a:p>
            <a:pPr marL="0" indent="0">
              <a:buNone/>
            </a:pPr>
            <a:r>
              <a:rPr lang="en-US" altLang="en-US" dirty="0"/>
              <a:t>root = </a:t>
            </a:r>
            <a:r>
              <a:rPr lang="en-US" altLang="en-US" dirty="0" err="1"/>
              <a:t>Tk</a:t>
            </a:r>
            <a:r>
              <a:rPr lang="en-US" altLang="en-US" dirty="0"/>
              <a:t>()</a:t>
            </a:r>
          </a:p>
          <a:p>
            <a:pPr marL="0" indent="0">
              <a:buNone/>
            </a:pPr>
            <a:r>
              <a:rPr lang="en-US" altLang="en-US" dirty="0"/>
              <a:t>app = </a:t>
            </a:r>
            <a:r>
              <a:rPr lang="en-US" altLang="en-US" dirty="0" err="1"/>
              <a:t>LibraryApp</a:t>
            </a:r>
            <a:r>
              <a:rPr lang="en-US" altLang="en-US" dirty="0"/>
              <a:t>(root)</a:t>
            </a:r>
          </a:p>
          <a:p>
            <a:pPr marL="0" indent="0">
              <a:buNone/>
            </a:pPr>
            <a:r>
              <a:rPr lang="en-US" altLang="en-US" dirty="0" err="1"/>
              <a:t>root.mainloop</a:t>
            </a:r>
            <a:r>
              <a:rPr lang="en-US" altLang="en-US" dirty="0"/>
              <a:t>()</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SLIDE_ID" val="custom20238245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8245"/>
  <p:tag name="KSO_WM_SLIDE_TYPE" val="text"/>
  <p:tag name="KSO_WM_SLIDE_SUBTYPE" val="picTxt"/>
  <p:tag name="KSO_WM_SLIDE_SIZE" val="850.448*382.064"/>
  <p:tag name="KSO_WM_SLIDE_POSITION" val="54.7493*107.097"/>
  <p:tag name="KSO_WM_SLIDE_LAYOUT" val="a_l"/>
  <p:tag name="KSO_WM_SLIDE_LAYOUT_CNT" val="1_1"/>
  <p:tag name="KSO_WM_SPECIAL_SOURCE" val="bdnull"/>
  <p:tag name="KSO_WM_DIAGRAM_GROUP_CODE" val="l1-1"/>
  <p:tag name="KSO_WM_SLIDE_DIAGTYPE" val="l"/>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8245_1*a*1"/>
  <p:tag name="KSO_WM_TEMPLATE_CATEGORY" val="custom"/>
  <p:tag name="KSO_WM_TEMPLATE_INDEX" val="2023824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Your title here"/>
  <p:tag name="KSO_WM_UNIT_TEXT_FILL_FORE_SCHEMECOLOR_INDEX" val="13"/>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3*l_h_d*1_2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682"/>
  <p:tag name="KSO_WM_UNIT_TYPE" val="l_h_d"/>
  <p:tag name="KSO_WM_UNIT_INDEX" val="1_2_1"/>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3*l_h_d*1_4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682"/>
  <p:tag name="KSO_WM_UNIT_TYPE" val="l_h_d"/>
  <p:tag name="KSO_WM_UNIT_INDEX" val="1_4_1"/>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3*l_h_d*1_1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682"/>
  <p:tag name="KSO_WM_UNIT_TYPE" val="l_h_d"/>
  <p:tag name="KSO_WM_UNIT_INDEX" val="1_1_1"/>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251_3*l_h_d*1_3_1"/>
  <p:tag name="KSO_WM_TEMPLATE_CATEGORY" val="diagram"/>
  <p:tag name="KSO_WM_TEMPLATE_INDEX" val="20238251"/>
  <p:tag name="KSO_WM_UNIT_LAYERLEVEL" val="1_1_1"/>
  <p:tag name="KSO_WM_TAG_VERSION" val="3.0"/>
  <p:tag name="KSO_WM_BEAUTIFY_FLAG" val="#wm#"/>
  <p:tag name="KSO_WM_DIAGRAM_VERSION" val="3"/>
  <p:tag name="KSO_WM_DIAGRAM_COLOR_TRICK" val="1"/>
  <p:tag name="KSO_WM_DIAGRAM_COLOR_TEXT_CAN_REMOVE" val="n"/>
  <p:tag name="KSO_WM_UNIT_VALUE" val="547*682"/>
  <p:tag name="KSO_WM_UNIT_TYPE" val="l_h_d"/>
  <p:tag name="KSO_WM_UNIT_INDEX" val="1_3_1"/>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251_3*l_h_i*1_1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251_3*l_h_f*1_1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251_3*l_h_a*1_1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51_3*l_h_i*1_2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251_3*l_h_f*1_2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251_3*l_h_a*1_2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8251_3*l_h_i*1_3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251_3*l_h_f*1_3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251_3*l_h_a*1_3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8251_3*l_h_i*1_4_1"/>
  <p:tag name="KSO_WM_TEMPLATE_CATEGORY" val="diagram"/>
  <p:tag name="KSO_WM_TEMPLATE_INDEX" val="20238251"/>
  <p:tag name="KSO_WM_UNIT_LAYERLEVEL" val="1_1_1"/>
  <p:tag name="KSO_WM_TAG_VERSION" val="3.0"/>
  <p:tag name="KSO_WM_BEAUTIFY_FLAG" val="#wm#"/>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LINE_FORE_SCHEMECOLOR_INDEX" val="5"/>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8251_3*l_h_f*1_4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8251_3*l_h_a*1_4_1"/>
  <p:tag name="KSO_WM_TEMPLATE_CATEGORY" val="diagram"/>
  <p:tag name="KSO_WM_TEMPLATE_INDEX" val="2023825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UNIT_USESOURCEFORMAT_APPLY"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2340</Words>
  <Application>Microsoft Office PowerPoint</Application>
  <PresentationFormat>Widescreen</PresentationFormat>
  <Paragraphs>467</Paragraphs>
  <Slides>34</Slides>
  <Notes>7</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34</vt:i4>
      </vt:variant>
    </vt:vector>
  </HeadingPairs>
  <TitlesOfParts>
    <vt:vector size="49" baseType="lpstr">
      <vt:lpstr>Arial</vt:lpstr>
      <vt:lpstr>Calibri</vt:lpstr>
      <vt:lpstr>Calibri Light</vt:lpstr>
      <vt:lpstr>Consolas</vt:lpstr>
      <vt:lpstr>Jost</vt:lpstr>
      <vt:lpstr>Lato</vt:lpstr>
      <vt:lpstr>Nunito</vt:lpstr>
      <vt:lpstr>Raleway</vt:lpstr>
      <vt:lpstr>Source Sans Pro</vt:lpstr>
      <vt:lpstr>Times New Roman</vt:lpstr>
      <vt:lpstr>urw-din</vt:lpstr>
      <vt:lpstr>Wingdings</vt:lpstr>
      <vt:lpstr>Office Theme</vt:lpstr>
      <vt:lpstr>Swiss</vt:lpstr>
      <vt:lpstr>1_Swiss</vt:lpstr>
      <vt:lpstr>Chapter 3 - Object Oriented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 Oriented Programming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title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Scholarship Exam</cp:lastModifiedBy>
  <cp:revision>59</cp:revision>
  <dcterms:created xsi:type="dcterms:W3CDTF">2021-03-16T12:14:00Z</dcterms:created>
  <dcterms:modified xsi:type="dcterms:W3CDTF">2025-11-08T08:47:58Z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0EC01465B3C34B7AA05908EE9696C6D6_12</vt:lpwstr>
  </property>
  <property fmtid="{D5CDD505-2E9C-101B-9397-08002B2CF9AE}" pid="3" name="KSOProductBuildVer">
    <vt:lpwstr>1033-12.2.0.23155</vt:lpwstr>
  </property>
</Properties>
</file>