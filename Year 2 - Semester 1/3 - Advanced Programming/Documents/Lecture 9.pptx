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0" name="Shape 1790"/>
        <p:cNvGrpSpPr/>
        <p:nvPr/>
      </p:nvGrpSpPr>
      <p:grpSpPr>
        <a:xfrm>
          <a:off x="0" y="0"/>
          <a:ext cx="0" cy="0"/>
          <a:chOff x="0" y="0"/>
          <a:chExt cx="0" cy="0"/>
        </a:xfrm>
      </p:grpSpPr>
      <p:sp>
        <p:nvSpPr>
          <p:cNvPr id="1791" name="Google Shape;1791;p12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2" name="Google Shape;1792;p12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5" name="Shape 1805"/>
        <p:cNvGrpSpPr/>
        <p:nvPr/>
      </p:nvGrpSpPr>
      <p:grpSpPr>
        <a:xfrm>
          <a:off x="0" y="0"/>
          <a:ext cx="0" cy="0"/>
          <a:chOff x="0" y="0"/>
          <a:chExt cx="0" cy="0"/>
        </a:xfrm>
      </p:grpSpPr>
      <p:sp>
        <p:nvSpPr>
          <p:cNvPr id="1806" name="Google Shape;1806;p12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7" name="Google Shape;1807;p1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endParaRPr sz="1200" i="1">
              <a:solidFill>
                <a:srgbClr val="595959"/>
              </a:solidFill>
              <a:latin typeface="Anaheim" panose="02000503000000000000"/>
              <a:ea typeface="Anaheim" panose="02000503000000000000"/>
              <a:cs typeface="Anaheim" panose="02000503000000000000"/>
              <a:sym typeface="Anaheim" panose="02000503000000000000"/>
            </a:endParaRPr>
          </a:p>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Imagine an API as a waiter in a restaurant. You tell the waiter what you want (your order), and they communicate your request to the kitchen. The kitchen prepares your food, and the waiter brings it back to you. Similarly, you send a request to an API, and it processes your request and then returns the results. </a:t>
            </a:r>
            <a:endParaRPr lang="en-US" dirty="0"/>
          </a:p>
        </p:txBody>
      </p:sp>
      <p:sp>
        <p:nvSpPr>
          <p:cNvPr id="4" name="Slide Number Placeholder 3"/>
          <p:cNvSpPr>
            <a:spLocks noGrp="1"/>
          </p:cNvSpPr>
          <p:nvPr>
            <p:ph type="sldNum" sz="quarter" idx="10"/>
          </p:nvPr>
        </p:nvSpPr>
        <p:spPr/>
        <p:txBody>
          <a:bodyPr/>
          <a:lstStyle/>
          <a:p>
            <a:fld id="{A2DFB40F-6DCA-46EE-9DE2-7DDB76D4E9CB}"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sym typeface="+mn-ea"/>
              </a:rPr>
              <a:t>JSON (JavaScript Object Notation) is a lightweight, text-based format for structuring data that is human-readable and easy for machines to parse and generate. It's commonly used for transmitting data between a server and a web application, and it is language-independent, meaning it can be used with many programming languages like JavaScript, Python, and Java. </a:t>
            </a:r>
            <a:endParaRPr lang="en-US" altLang="en-US"/>
          </a:p>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we're sending a GET request to a fictional API and printing the JSON response. GET requests are commonly used to fetch data without modifying it. </a:t>
            </a:r>
            <a:endParaRPr lang="en-US" sz="1200" b="0" i="0" kern="1200" dirty="0" smtClean="0">
              <a:solidFill>
                <a:schemeClr val="tx1"/>
              </a:solidFill>
              <a:latin typeface="+mn-lt"/>
              <a:ea typeface="+mn-ea"/>
              <a:cs typeface="+mn-cs"/>
            </a:endParaRPr>
          </a:p>
          <a:p>
            <a:r>
              <a:rPr lang="en-US" sz="1200" b="0" i="0" kern="1200" dirty="0" err="1" smtClean="0">
                <a:solidFill>
                  <a:schemeClr val="tx1"/>
                </a:solidFill>
                <a:latin typeface="+mn-lt"/>
                <a:ea typeface="+mn-ea"/>
                <a:cs typeface="+mn-cs"/>
              </a:rPr>
              <a:t>jasON</a:t>
            </a:r>
            <a:r>
              <a:rPr lang="en-US" sz="1200" b="0" i="0" kern="1200" dirty="0" smtClean="0">
                <a:solidFill>
                  <a:schemeClr val="tx1"/>
                </a:solidFill>
                <a:latin typeface="+mn-lt"/>
                <a:ea typeface="+mn-ea"/>
                <a:cs typeface="+mn-cs"/>
              </a:rPr>
              <a:t> and XML are two common data interchange formats,</a:t>
            </a:r>
            <a:endParaRPr lang="en-US" dirty="0"/>
          </a:p>
        </p:txBody>
      </p:sp>
      <p:sp>
        <p:nvSpPr>
          <p:cNvPr id="4" name="Slide Number Placeholder 3"/>
          <p:cNvSpPr>
            <a:spLocks noGrp="1"/>
          </p:cNvSpPr>
          <p:nvPr>
            <p:ph type="sldNum" sz="quarter" idx="10"/>
          </p:nvPr>
        </p:nvSpPr>
        <p:spPr/>
        <p:txBody>
          <a:bodyPr/>
          <a:lstStyle/>
          <a:p>
            <a:fld id="{A2DFB40F-6DCA-46EE-9DE2-7DDB76D4E9CB}"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Requests a random cocktail from TheCocktailDB API</a:t>
            </a:r>
            <a:endParaRPr lang="en-US" altLang="en-US"/>
          </a:p>
          <a:p>
            <a:endParaRPr lang="en-US" altLang="en-US"/>
          </a:p>
          <a:p>
            <a:r>
              <a:rPr lang="en-US" altLang="en-US"/>
              <a:t>Saves the full JSON response into a file (jsonEx1.json)</a:t>
            </a:r>
            <a:endParaRPr lang="en-US" altLang="en-US"/>
          </a:p>
          <a:p>
            <a:endParaRPr lang="en-US" altLang="en-US"/>
          </a:p>
          <a:p>
            <a:r>
              <a:rPr lang="en-US" altLang="en-US"/>
              <a:t>Prints the entire drink object</a:t>
            </a:r>
            <a:endParaRPr lang="en-US" altLang="en-US"/>
          </a:p>
          <a:p>
            <a:endParaRPr lang="en-US" altLang="en-US"/>
          </a:p>
          <a:p>
            <a:r>
              <a:rPr lang="en-US" altLang="en-US"/>
              <a:t>Prints only the drink name (strDrink)</a:t>
            </a: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2"/>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thecocktaildb.com/api.php" TargetMode="Externa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thecocktaildb.com/api/json/v1/1/lookup.php?i"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hyperlink" Target="http://www.thecocktaildb.com/api/json/v1/1/random.php" TargetMode="Externa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thecocktaildb.com/api/json/v1/1/search.php?s=margarita" TargetMode="Externa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thecocktaildb.com/api/json/v1/1/random.php"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793" name="Shape 1793"/>
        <p:cNvGrpSpPr/>
        <p:nvPr/>
      </p:nvGrpSpPr>
      <p:grpSpPr>
        <a:xfrm>
          <a:off x="0" y="0"/>
          <a:ext cx="0" cy="0"/>
          <a:chOff x="0" y="0"/>
          <a:chExt cx="0" cy="0"/>
        </a:xfrm>
      </p:grpSpPr>
      <p:sp>
        <p:nvSpPr>
          <p:cNvPr id="1794" name="Google Shape;1794;p121"/>
          <p:cNvSpPr txBox="1"/>
          <p:nvPr>
            <p:ph type="title"/>
          </p:nvPr>
        </p:nvSpPr>
        <p:spPr>
          <a:xfrm>
            <a:off x="811733" y="2592800"/>
            <a:ext cx="11190000" cy="27788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SzPts val="3600"/>
              <a:buNone/>
            </a:pPr>
            <a:r>
              <a:rPr lang="en-GB"/>
              <a:t>Implementing APIs</a:t>
            </a:r>
            <a:endParaRPr lang="en-GB"/>
          </a:p>
        </p:txBody>
      </p:sp>
      <p:sp>
        <p:nvSpPr>
          <p:cNvPr id="1795" name="Google Shape;1795;p121"/>
          <p:cNvSpPr txBox="1"/>
          <p:nvPr>
            <p:ph type="title" idx="2"/>
          </p:nvPr>
        </p:nvSpPr>
        <p:spPr>
          <a:xfrm>
            <a:off x="1034433" y="1350579"/>
            <a:ext cx="2202800" cy="1221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SzPts val="6000"/>
              <a:buNone/>
            </a:pPr>
            <a:r>
              <a:rPr lang="en-GB"/>
              <a:t>05</a:t>
            </a:r>
            <a:endParaRPr lang="en-GB"/>
          </a:p>
        </p:txBody>
      </p:sp>
      <p:sp>
        <p:nvSpPr>
          <p:cNvPr id="1796" name="Google Shape;1796;p121"/>
          <p:cNvSpPr/>
          <p:nvPr/>
        </p:nvSpPr>
        <p:spPr>
          <a:xfrm>
            <a:off x="9908477" y="-662371"/>
            <a:ext cx="4509179" cy="4370259"/>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7" name="Google Shape;1797;p121"/>
          <p:cNvSpPr/>
          <p:nvPr/>
        </p:nvSpPr>
        <p:spPr>
          <a:xfrm>
            <a:off x="-3558223" y="2309863"/>
            <a:ext cx="4509179" cy="4370259"/>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798" name="Google Shape;1798;p121"/>
          <p:cNvGrpSpPr/>
          <p:nvPr/>
        </p:nvGrpSpPr>
        <p:grpSpPr>
          <a:xfrm>
            <a:off x="9275203" y="3493449"/>
            <a:ext cx="1002145" cy="977488"/>
            <a:chOff x="2657907" y="1126857"/>
            <a:chExt cx="343844" cy="343315"/>
          </a:xfrm>
        </p:grpSpPr>
        <p:sp>
          <p:nvSpPr>
            <p:cNvPr id="1799" name="Google Shape;1799;p121"/>
            <p:cNvSpPr/>
            <p:nvPr/>
          </p:nvSpPr>
          <p:spPr>
            <a:xfrm>
              <a:off x="2763293" y="1232243"/>
              <a:ext cx="54038" cy="64202"/>
            </a:xfrm>
            <a:custGeom>
              <a:avLst/>
              <a:gdLst/>
              <a:ahLst/>
              <a:cxnLst/>
              <a:rect l="l" t="t" r="r" b="b"/>
              <a:pathLst>
                <a:path w="2350" h="2792" extrusionOk="0">
                  <a:moveTo>
                    <a:pt x="1163" y="727"/>
                  </a:moveTo>
                  <a:lnTo>
                    <a:pt x="1576" y="1768"/>
                  </a:lnTo>
                  <a:lnTo>
                    <a:pt x="774" y="1768"/>
                  </a:lnTo>
                  <a:lnTo>
                    <a:pt x="1163" y="727"/>
                  </a:lnTo>
                  <a:close/>
                  <a:moveTo>
                    <a:pt x="1163" y="0"/>
                  </a:moveTo>
                  <a:cubicBezTo>
                    <a:pt x="1064" y="0"/>
                    <a:pt x="971" y="47"/>
                    <a:pt x="919" y="169"/>
                  </a:cubicBezTo>
                  <a:lnTo>
                    <a:pt x="23" y="2495"/>
                  </a:lnTo>
                  <a:cubicBezTo>
                    <a:pt x="0" y="2617"/>
                    <a:pt x="47" y="2739"/>
                    <a:pt x="169" y="2786"/>
                  </a:cubicBezTo>
                  <a:cubicBezTo>
                    <a:pt x="185" y="2790"/>
                    <a:pt x="202" y="2792"/>
                    <a:pt x="219" y="2792"/>
                  </a:cubicBezTo>
                  <a:cubicBezTo>
                    <a:pt x="306" y="2792"/>
                    <a:pt x="398" y="2742"/>
                    <a:pt x="436" y="2640"/>
                  </a:cubicBezTo>
                  <a:lnTo>
                    <a:pt x="605" y="2204"/>
                  </a:lnTo>
                  <a:lnTo>
                    <a:pt x="1745" y="2204"/>
                  </a:lnTo>
                  <a:lnTo>
                    <a:pt x="1890" y="2640"/>
                  </a:lnTo>
                  <a:cubicBezTo>
                    <a:pt x="1937" y="2739"/>
                    <a:pt x="2012" y="2786"/>
                    <a:pt x="2105" y="2786"/>
                  </a:cubicBezTo>
                  <a:lnTo>
                    <a:pt x="2181" y="2786"/>
                  </a:lnTo>
                  <a:cubicBezTo>
                    <a:pt x="2303" y="2739"/>
                    <a:pt x="2350" y="2617"/>
                    <a:pt x="2303" y="2495"/>
                  </a:cubicBezTo>
                  <a:lnTo>
                    <a:pt x="1431" y="169"/>
                  </a:lnTo>
                  <a:cubicBezTo>
                    <a:pt x="1378" y="47"/>
                    <a:pt x="1285" y="0"/>
                    <a:pt x="1163" y="0"/>
                  </a:cubicBezTo>
                  <a:close/>
                </a:path>
              </a:pathLst>
            </a:cu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0" name="Google Shape;1800;p121"/>
            <p:cNvSpPr/>
            <p:nvPr/>
          </p:nvSpPr>
          <p:spPr>
            <a:xfrm>
              <a:off x="2878038" y="1231024"/>
              <a:ext cx="10049" cy="64754"/>
            </a:xfrm>
            <a:custGeom>
              <a:avLst/>
              <a:gdLst/>
              <a:ahLst/>
              <a:cxnLst/>
              <a:rect l="l" t="t" r="r" b="b"/>
              <a:pathLst>
                <a:path w="437" h="2816" extrusionOk="0">
                  <a:moveTo>
                    <a:pt x="221" y="1"/>
                  </a:moveTo>
                  <a:cubicBezTo>
                    <a:pt x="99" y="1"/>
                    <a:pt x="0" y="100"/>
                    <a:pt x="0" y="222"/>
                  </a:cubicBezTo>
                  <a:lnTo>
                    <a:pt x="0" y="2595"/>
                  </a:lnTo>
                  <a:cubicBezTo>
                    <a:pt x="0" y="2717"/>
                    <a:pt x="99" y="2816"/>
                    <a:pt x="221" y="2816"/>
                  </a:cubicBezTo>
                  <a:cubicBezTo>
                    <a:pt x="343" y="2816"/>
                    <a:pt x="436" y="2717"/>
                    <a:pt x="436" y="2595"/>
                  </a:cubicBezTo>
                  <a:lnTo>
                    <a:pt x="436" y="222"/>
                  </a:lnTo>
                  <a:cubicBezTo>
                    <a:pt x="436" y="100"/>
                    <a:pt x="343" y="1"/>
                    <a:pt x="221" y="1"/>
                  </a:cubicBezTo>
                  <a:close/>
                </a:path>
              </a:pathLst>
            </a:cu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1" name="Google Shape;1801;p121"/>
            <p:cNvSpPr/>
            <p:nvPr/>
          </p:nvSpPr>
          <p:spPr>
            <a:xfrm>
              <a:off x="2826805" y="1232243"/>
              <a:ext cx="41207" cy="64064"/>
            </a:xfrm>
            <a:custGeom>
              <a:avLst/>
              <a:gdLst/>
              <a:ahLst/>
              <a:cxnLst/>
              <a:rect l="l" t="t" r="r" b="b"/>
              <a:pathLst>
                <a:path w="1792" h="2786" extrusionOk="0">
                  <a:moveTo>
                    <a:pt x="896" y="436"/>
                  </a:moveTo>
                  <a:cubicBezTo>
                    <a:pt x="1141" y="436"/>
                    <a:pt x="1356" y="628"/>
                    <a:pt x="1356" y="872"/>
                  </a:cubicBezTo>
                  <a:cubicBezTo>
                    <a:pt x="1356" y="1111"/>
                    <a:pt x="1141" y="1332"/>
                    <a:pt x="896" y="1332"/>
                  </a:cubicBezTo>
                  <a:lnTo>
                    <a:pt x="460" y="1332"/>
                  </a:lnTo>
                  <a:lnTo>
                    <a:pt x="460" y="872"/>
                  </a:lnTo>
                  <a:lnTo>
                    <a:pt x="460" y="436"/>
                  </a:lnTo>
                  <a:close/>
                  <a:moveTo>
                    <a:pt x="245" y="0"/>
                  </a:moveTo>
                  <a:cubicBezTo>
                    <a:pt x="123" y="0"/>
                    <a:pt x="1" y="93"/>
                    <a:pt x="24" y="215"/>
                  </a:cubicBezTo>
                  <a:lnTo>
                    <a:pt x="24" y="2565"/>
                  </a:lnTo>
                  <a:cubicBezTo>
                    <a:pt x="24" y="2687"/>
                    <a:pt x="123" y="2786"/>
                    <a:pt x="245" y="2786"/>
                  </a:cubicBezTo>
                  <a:cubicBezTo>
                    <a:pt x="361" y="2786"/>
                    <a:pt x="460" y="2687"/>
                    <a:pt x="460" y="2565"/>
                  </a:cubicBezTo>
                  <a:lnTo>
                    <a:pt x="460" y="1768"/>
                  </a:lnTo>
                  <a:lnTo>
                    <a:pt x="896" y="1768"/>
                  </a:lnTo>
                  <a:cubicBezTo>
                    <a:pt x="1379" y="1768"/>
                    <a:pt x="1792" y="1355"/>
                    <a:pt x="1792" y="872"/>
                  </a:cubicBezTo>
                  <a:cubicBezTo>
                    <a:pt x="1792" y="384"/>
                    <a:pt x="1379" y="0"/>
                    <a:pt x="896" y="0"/>
                  </a:cubicBezTo>
                  <a:close/>
                </a:path>
              </a:pathLst>
            </a:cu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2" name="Google Shape;1802;p121"/>
            <p:cNvSpPr/>
            <p:nvPr/>
          </p:nvSpPr>
          <p:spPr>
            <a:xfrm>
              <a:off x="2657907" y="1126857"/>
              <a:ext cx="283137" cy="343315"/>
            </a:xfrm>
            <a:custGeom>
              <a:avLst/>
              <a:gdLst/>
              <a:ahLst/>
              <a:cxnLst/>
              <a:rect l="l" t="t" r="r" b="b"/>
              <a:pathLst>
                <a:path w="12313" h="14930" extrusionOk="0">
                  <a:moveTo>
                    <a:pt x="6520" y="0"/>
                  </a:moveTo>
                  <a:cubicBezTo>
                    <a:pt x="6159" y="0"/>
                    <a:pt x="5868" y="291"/>
                    <a:pt x="5868" y="681"/>
                  </a:cubicBezTo>
                  <a:lnTo>
                    <a:pt x="5868" y="1745"/>
                  </a:lnTo>
                  <a:cubicBezTo>
                    <a:pt x="5409" y="1867"/>
                    <a:pt x="4973" y="2059"/>
                    <a:pt x="4560" y="2280"/>
                  </a:cubicBezTo>
                  <a:lnTo>
                    <a:pt x="3810" y="1530"/>
                  </a:lnTo>
                  <a:cubicBezTo>
                    <a:pt x="3688" y="1384"/>
                    <a:pt x="3519" y="1332"/>
                    <a:pt x="3344" y="1332"/>
                  </a:cubicBezTo>
                  <a:cubicBezTo>
                    <a:pt x="3152" y="1332"/>
                    <a:pt x="3007" y="1384"/>
                    <a:pt x="2862" y="1530"/>
                  </a:cubicBezTo>
                  <a:lnTo>
                    <a:pt x="1530" y="2862"/>
                  </a:lnTo>
                  <a:cubicBezTo>
                    <a:pt x="1408" y="2984"/>
                    <a:pt x="1338" y="3152"/>
                    <a:pt x="1338" y="3344"/>
                  </a:cubicBezTo>
                  <a:cubicBezTo>
                    <a:pt x="1338" y="3513"/>
                    <a:pt x="1408" y="3687"/>
                    <a:pt x="1530" y="3804"/>
                  </a:cubicBezTo>
                  <a:lnTo>
                    <a:pt x="2280" y="4560"/>
                  </a:lnTo>
                  <a:cubicBezTo>
                    <a:pt x="2065" y="4967"/>
                    <a:pt x="1867" y="5403"/>
                    <a:pt x="1745" y="5868"/>
                  </a:cubicBezTo>
                  <a:lnTo>
                    <a:pt x="681" y="5868"/>
                  </a:lnTo>
                  <a:cubicBezTo>
                    <a:pt x="320" y="5868"/>
                    <a:pt x="0" y="6159"/>
                    <a:pt x="0" y="6520"/>
                  </a:cubicBezTo>
                  <a:lnTo>
                    <a:pt x="0" y="8410"/>
                  </a:lnTo>
                  <a:cubicBezTo>
                    <a:pt x="0" y="8799"/>
                    <a:pt x="320" y="9090"/>
                    <a:pt x="681" y="9090"/>
                  </a:cubicBezTo>
                  <a:lnTo>
                    <a:pt x="1745" y="9090"/>
                  </a:lnTo>
                  <a:cubicBezTo>
                    <a:pt x="1867" y="9526"/>
                    <a:pt x="2065" y="9963"/>
                    <a:pt x="2280" y="10375"/>
                  </a:cubicBezTo>
                  <a:lnTo>
                    <a:pt x="1530" y="11149"/>
                  </a:lnTo>
                  <a:cubicBezTo>
                    <a:pt x="1408" y="11271"/>
                    <a:pt x="1338" y="11440"/>
                    <a:pt x="1338" y="11608"/>
                  </a:cubicBezTo>
                  <a:cubicBezTo>
                    <a:pt x="1338" y="11777"/>
                    <a:pt x="1408" y="11946"/>
                    <a:pt x="1530" y="12068"/>
                  </a:cubicBezTo>
                  <a:lnTo>
                    <a:pt x="2862" y="13429"/>
                  </a:lnTo>
                  <a:cubicBezTo>
                    <a:pt x="3007" y="13545"/>
                    <a:pt x="3152" y="13621"/>
                    <a:pt x="3344" y="13621"/>
                  </a:cubicBezTo>
                  <a:cubicBezTo>
                    <a:pt x="3519" y="13621"/>
                    <a:pt x="3688" y="13545"/>
                    <a:pt x="3810" y="13429"/>
                  </a:cubicBezTo>
                  <a:lnTo>
                    <a:pt x="4560" y="12649"/>
                  </a:lnTo>
                  <a:cubicBezTo>
                    <a:pt x="4973" y="12894"/>
                    <a:pt x="5409" y="13062"/>
                    <a:pt x="5868" y="13208"/>
                  </a:cubicBezTo>
                  <a:lnTo>
                    <a:pt x="5868" y="14272"/>
                  </a:lnTo>
                  <a:cubicBezTo>
                    <a:pt x="5868" y="14638"/>
                    <a:pt x="6159" y="14929"/>
                    <a:pt x="6520" y="14929"/>
                  </a:cubicBezTo>
                  <a:lnTo>
                    <a:pt x="8433" y="14929"/>
                  </a:lnTo>
                  <a:cubicBezTo>
                    <a:pt x="8800" y="14929"/>
                    <a:pt x="9090" y="14638"/>
                    <a:pt x="9090" y="14272"/>
                  </a:cubicBezTo>
                  <a:lnTo>
                    <a:pt x="9090" y="13138"/>
                  </a:lnTo>
                  <a:cubicBezTo>
                    <a:pt x="9090" y="13016"/>
                    <a:pt x="8991" y="12917"/>
                    <a:pt x="8869" y="12917"/>
                  </a:cubicBezTo>
                  <a:cubicBezTo>
                    <a:pt x="8753" y="12917"/>
                    <a:pt x="8654" y="13016"/>
                    <a:pt x="8654" y="13138"/>
                  </a:cubicBezTo>
                  <a:lnTo>
                    <a:pt x="8654" y="14272"/>
                  </a:lnTo>
                  <a:cubicBezTo>
                    <a:pt x="8654" y="14394"/>
                    <a:pt x="8555" y="14493"/>
                    <a:pt x="8433" y="14493"/>
                  </a:cubicBezTo>
                  <a:lnTo>
                    <a:pt x="6520" y="14493"/>
                  </a:lnTo>
                  <a:cubicBezTo>
                    <a:pt x="6398" y="14493"/>
                    <a:pt x="6305" y="14394"/>
                    <a:pt x="6305" y="14272"/>
                  </a:cubicBezTo>
                  <a:lnTo>
                    <a:pt x="6305" y="13086"/>
                  </a:lnTo>
                  <a:cubicBezTo>
                    <a:pt x="6305" y="12963"/>
                    <a:pt x="6206" y="12847"/>
                    <a:pt x="6060" y="12795"/>
                  </a:cubicBezTo>
                  <a:cubicBezTo>
                    <a:pt x="5601" y="12673"/>
                    <a:pt x="5141" y="12481"/>
                    <a:pt x="4705" y="12237"/>
                  </a:cubicBezTo>
                  <a:cubicBezTo>
                    <a:pt x="4658" y="12209"/>
                    <a:pt x="4607" y="12196"/>
                    <a:pt x="4556" y="12196"/>
                  </a:cubicBezTo>
                  <a:cubicBezTo>
                    <a:pt x="4477" y="12196"/>
                    <a:pt x="4399" y="12228"/>
                    <a:pt x="4339" y="12289"/>
                  </a:cubicBezTo>
                  <a:lnTo>
                    <a:pt x="3490" y="13109"/>
                  </a:lnTo>
                  <a:cubicBezTo>
                    <a:pt x="3467" y="13161"/>
                    <a:pt x="3397" y="13184"/>
                    <a:pt x="3344" y="13184"/>
                  </a:cubicBezTo>
                  <a:cubicBezTo>
                    <a:pt x="3275" y="13184"/>
                    <a:pt x="3228" y="13161"/>
                    <a:pt x="3176" y="13109"/>
                  </a:cubicBezTo>
                  <a:lnTo>
                    <a:pt x="1844" y="11777"/>
                  </a:lnTo>
                  <a:cubicBezTo>
                    <a:pt x="1797" y="11731"/>
                    <a:pt x="1774" y="11655"/>
                    <a:pt x="1774" y="11608"/>
                  </a:cubicBezTo>
                  <a:cubicBezTo>
                    <a:pt x="1774" y="11539"/>
                    <a:pt x="1797" y="11486"/>
                    <a:pt x="1844" y="11440"/>
                  </a:cubicBezTo>
                  <a:lnTo>
                    <a:pt x="2670" y="10614"/>
                  </a:lnTo>
                  <a:cubicBezTo>
                    <a:pt x="2763" y="10521"/>
                    <a:pt x="2792" y="10375"/>
                    <a:pt x="2716" y="10253"/>
                  </a:cubicBezTo>
                  <a:cubicBezTo>
                    <a:pt x="2472" y="9817"/>
                    <a:pt x="2280" y="9358"/>
                    <a:pt x="2135" y="8869"/>
                  </a:cubicBezTo>
                  <a:cubicBezTo>
                    <a:pt x="2111" y="8747"/>
                    <a:pt x="1989" y="8654"/>
                    <a:pt x="1844" y="8654"/>
                  </a:cubicBezTo>
                  <a:lnTo>
                    <a:pt x="681" y="8654"/>
                  </a:lnTo>
                  <a:cubicBezTo>
                    <a:pt x="559" y="8654"/>
                    <a:pt x="437" y="8555"/>
                    <a:pt x="437" y="8410"/>
                  </a:cubicBezTo>
                  <a:lnTo>
                    <a:pt x="437" y="6520"/>
                  </a:lnTo>
                  <a:cubicBezTo>
                    <a:pt x="437" y="6398"/>
                    <a:pt x="559" y="6304"/>
                    <a:pt x="681" y="6304"/>
                  </a:cubicBezTo>
                  <a:lnTo>
                    <a:pt x="1844" y="6304"/>
                  </a:lnTo>
                  <a:cubicBezTo>
                    <a:pt x="1989" y="6304"/>
                    <a:pt x="2111" y="6206"/>
                    <a:pt x="2135" y="6060"/>
                  </a:cubicBezTo>
                  <a:cubicBezTo>
                    <a:pt x="2280" y="5578"/>
                    <a:pt x="2472" y="5112"/>
                    <a:pt x="2716" y="4705"/>
                  </a:cubicBezTo>
                  <a:cubicBezTo>
                    <a:pt x="2792" y="4583"/>
                    <a:pt x="2763" y="4414"/>
                    <a:pt x="2670" y="4316"/>
                  </a:cubicBezTo>
                  <a:lnTo>
                    <a:pt x="1844" y="3490"/>
                  </a:lnTo>
                  <a:cubicBezTo>
                    <a:pt x="1797" y="3443"/>
                    <a:pt x="1774" y="3397"/>
                    <a:pt x="1774" y="3344"/>
                  </a:cubicBezTo>
                  <a:cubicBezTo>
                    <a:pt x="1774" y="3275"/>
                    <a:pt x="1797" y="3222"/>
                    <a:pt x="1844" y="3176"/>
                  </a:cubicBezTo>
                  <a:lnTo>
                    <a:pt x="3176" y="1821"/>
                  </a:lnTo>
                  <a:cubicBezTo>
                    <a:pt x="3228" y="1797"/>
                    <a:pt x="3275" y="1768"/>
                    <a:pt x="3344" y="1768"/>
                  </a:cubicBezTo>
                  <a:cubicBezTo>
                    <a:pt x="3397" y="1768"/>
                    <a:pt x="3467" y="1797"/>
                    <a:pt x="3490" y="1821"/>
                  </a:cubicBezTo>
                  <a:lnTo>
                    <a:pt x="4339" y="2670"/>
                  </a:lnTo>
                  <a:cubicBezTo>
                    <a:pt x="4399" y="2726"/>
                    <a:pt x="4476" y="2757"/>
                    <a:pt x="4554" y="2757"/>
                  </a:cubicBezTo>
                  <a:cubicBezTo>
                    <a:pt x="4605" y="2757"/>
                    <a:pt x="4657" y="2744"/>
                    <a:pt x="4705" y="2716"/>
                  </a:cubicBezTo>
                  <a:cubicBezTo>
                    <a:pt x="5141" y="2449"/>
                    <a:pt x="5601" y="2257"/>
                    <a:pt x="6060" y="2135"/>
                  </a:cubicBezTo>
                  <a:cubicBezTo>
                    <a:pt x="6206" y="2111"/>
                    <a:pt x="6305" y="1989"/>
                    <a:pt x="6305" y="1844"/>
                  </a:cubicBezTo>
                  <a:lnTo>
                    <a:pt x="6305" y="681"/>
                  </a:lnTo>
                  <a:cubicBezTo>
                    <a:pt x="6305" y="535"/>
                    <a:pt x="6398" y="436"/>
                    <a:pt x="6520" y="436"/>
                  </a:cubicBezTo>
                  <a:lnTo>
                    <a:pt x="8433" y="436"/>
                  </a:lnTo>
                  <a:cubicBezTo>
                    <a:pt x="8555" y="436"/>
                    <a:pt x="8654" y="535"/>
                    <a:pt x="8654" y="681"/>
                  </a:cubicBezTo>
                  <a:lnTo>
                    <a:pt x="8654" y="1844"/>
                  </a:lnTo>
                  <a:cubicBezTo>
                    <a:pt x="8654" y="1989"/>
                    <a:pt x="8753" y="2111"/>
                    <a:pt x="8898" y="2135"/>
                  </a:cubicBezTo>
                  <a:cubicBezTo>
                    <a:pt x="9358" y="2257"/>
                    <a:pt x="9817" y="2449"/>
                    <a:pt x="10253" y="2716"/>
                  </a:cubicBezTo>
                  <a:cubicBezTo>
                    <a:pt x="10302" y="2744"/>
                    <a:pt x="10353" y="2757"/>
                    <a:pt x="10404" y="2757"/>
                  </a:cubicBezTo>
                  <a:cubicBezTo>
                    <a:pt x="10482" y="2757"/>
                    <a:pt x="10558" y="2726"/>
                    <a:pt x="10614" y="2670"/>
                  </a:cubicBezTo>
                  <a:lnTo>
                    <a:pt x="11463" y="1821"/>
                  </a:lnTo>
                  <a:cubicBezTo>
                    <a:pt x="11486" y="1797"/>
                    <a:pt x="11562" y="1768"/>
                    <a:pt x="11609" y="1768"/>
                  </a:cubicBezTo>
                  <a:cubicBezTo>
                    <a:pt x="11684" y="1768"/>
                    <a:pt x="11731" y="1797"/>
                    <a:pt x="11777" y="1821"/>
                  </a:cubicBezTo>
                  <a:lnTo>
                    <a:pt x="11899" y="1966"/>
                  </a:lnTo>
                  <a:cubicBezTo>
                    <a:pt x="11949" y="2001"/>
                    <a:pt x="12010" y="2018"/>
                    <a:pt x="12067" y="2018"/>
                  </a:cubicBezTo>
                  <a:cubicBezTo>
                    <a:pt x="12125" y="2018"/>
                    <a:pt x="12178" y="2001"/>
                    <a:pt x="12213" y="1966"/>
                  </a:cubicBezTo>
                  <a:cubicBezTo>
                    <a:pt x="12312" y="1867"/>
                    <a:pt x="12312" y="1745"/>
                    <a:pt x="12213" y="1652"/>
                  </a:cubicBezTo>
                  <a:lnTo>
                    <a:pt x="12097" y="1530"/>
                  </a:lnTo>
                  <a:cubicBezTo>
                    <a:pt x="11952" y="1384"/>
                    <a:pt x="11806" y="1332"/>
                    <a:pt x="11609" y="1332"/>
                  </a:cubicBezTo>
                  <a:cubicBezTo>
                    <a:pt x="11440" y="1332"/>
                    <a:pt x="11271" y="1384"/>
                    <a:pt x="11149" y="1530"/>
                  </a:cubicBezTo>
                  <a:lnTo>
                    <a:pt x="10376" y="2280"/>
                  </a:lnTo>
                  <a:cubicBezTo>
                    <a:pt x="9986" y="2059"/>
                    <a:pt x="9550" y="1867"/>
                    <a:pt x="9090" y="1745"/>
                  </a:cubicBezTo>
                  <a:lnTo>
                    <a:pt x="9090" y="681"/>
                  </a:lnTo>
                  <a:cubicBezTo>
                    <a:pt x="9090" y="291"/>
                    <a:pt x="8800" y="0"/>
                    <a:pt x="8433" y="0"/>
                  </a:cubicBezTo>
                  <a:close/>
                </a:path>
              </a:pathLst>
            </a:cu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3" name="Google Shape;1803;p121"/>
            <p:cNvSpPr/>
            <p:nvPr/>
          </p:nvSpPr>
          <p:spPr>
            <a:xfrm>
              <a:off x="2722086" y="1190369"/>
              <a:ext cx="215601" cy="216268"/>
            </a:xfrm>
            <a:custGeom>
              <a:avLst/>
              <a:gdLst/>
              <a:ahLst/>
              <a:cxnLst/>
              <a:rect l="l" t="t" r="r" b="b"/>
              <a:pathLst>
                <a:path w="9376" h="9405" extrusionOk="0">
                  <a:moveTo>
                    <a:pt x="4677" y="1"/>
                  </a:moveTo>
                  <a:cubicBezTo>
                    <a:pt x="2228" y="1"/>
                    <a:pt x="170" y="1943"/>
                    <a:pt x="1" y="4415"/>
                  </a:cubicBezTo>
                  <a:cubicBezTo>
                    <a:pt x="1" y="4531"/>
                    <a:pt x="94" y="4630"/>
                    <a:pt x="193" y="4630"/>
                  </a:cubicBezTo>
                  <a:cubicBezTo>
                    <a:pt x="206" y="4632"/>
                    <a:pt x="218" y="4634"/>
                    <a:pt x="231" y="4634"/>
                  </a:cubicBezTo>
                  <a:cubicBezTo>
                    <a:pt x="339" y="4634"/>
                    <a:pt x="437" y="4548"/>
                    <a:pt x="437" y="4438"/>
                  </a:cubicBezTo>
                  <a:cubicBezTo>
                    <a:pt x="582" y="2205"/>
                    <a:pt x="2444" y="437"/>
                    <a:pt x="4677" y="437"/>
                  </a:cubicBezTo>
                  <a:cubicBezTo>
                    <a:pt x="7026" y="437"/>
                    <a:pt x="8940" y="2350"/>
                    <a:pt x="8940" y="4706"/>
                  </a:cubicBezTo>
                  <a:cubicBezTo>
                    <a:pt x="8940" y="5892"/>
                    <a:pt x="8480" y="6933"/>
                    <a:pt x="7707" y="7707"/>
                  </a:cubicBezTo>
                  <a:lnTo>
                    <a:pt x="7707" y="6328"/>
                  </a:lnTo>
                  <a:cubicBezTo>
                    <a:pt x="7823" y="6253"/>
                    <a:pt x="7922" y="6130"/>
                    <a:pt x="7922" y="5962"/>
                  </a:cubicBezTo>
                  <a:cubicBezTo>
                    <a:pt x="7922" y="5723"/>
                    <a:pt x="7730" y="5526"/>
                    <a:pt x="7486" y="5526"/>
                  </a:cubicBezTo>
                  <a:cubicBezTo>
                    <a:pt x="7241" y="5526"/>
                    <a:pt x="7050" y="5723"/>
                    <a:pt x="7050" y="5962"/>
                  </a:cubicBezTo>
                  <a:cubicBezTo>
                    <a:pt x="7050" y="6130"/>
                    <a:pt x="7148" y="6253"/>
                    <a:pt x="7271" y="6328"/>
                  </a:cubicBezTo>
                  <a:lnTo>
                    <a:pt x="7271" y="8096"/>
                  </a:lnTo>
                  <a:cubicBezTo>
                    <a:pt x="7050" y="8265"/>
                    <a:pt x="6805" y="8410"/>
                    <a:pt x="6567" y="8532"/>
                  </a:cubicBezTo>
                  <a:lnTo>
                    <a:pt x="6567" y="7829"/>
                  </a:lnTo>
                  <a:cubicBezTo>
                    <a:pt x="6689" y="7730"/>
                    <a:pt x="6782" y="7613"/>
                    <a:pt x="6782" y="7439"/>
                  </a:cubicBezTo>
                  <a:cubicBezTo>
                    <a:pt x="6782" y="7201"/>
                    <a:pt x="6590" y="7032"/>
                    <a:pt x="6346" y="7032"/>
                  </a:cubicBezTo>
                  <a:cubicBezTo>
                    <a:pt x="6107" y="7032"/>
                    <a:pt x="5910" y="7201"/>
                    <a:pt x="5910" y="7439"/>
                  </a:cubicBezTo>
                  <a:cubicBezTo>
                    <a:pt x="5910" y="7613"/>
                    <a:pt x="6009" y="7730"/>
                    <a:pt x="6131" y="7805"/>
                  </a:cubicBezTo>
                  <a:lnTo>
                    <a:pt x="6131" y="8724"/>
                  </a:lnTo>
                  <a:cubicBezTo>
                    <a:pt x="5910" y="8800"/>
                    <a:pt x="5695" y="8870"/>
                    <a:pt x="5450" y="8893"/>
                  </a:cubicBezTo>
                  <a:lnTo>
                    <a:pt x="5450" y="7102"/>
                  </a:lnTo>
                  <a:lnTo>
                    <a:pt x="6032" y="6520"/>
                  </a:lnTo>
                  <a:cubicBezTo>
                    <a:pt x="6107" y="6450"/>
                    <a:pt x="6131" y="6375"/>
                    <a:pt x="6131" y="6276"/>
                  </a:cubicBezTo>
                  <a:lnTo>
                    <a:pt x="6131" y="5287"/>
                  </a:lnTo>
                  <a:cubicBezTo>
                    <a:pt x="6253" y="5212"/>
                    <a:pt x="6346" y="5066"/>
                    <a:pt x="6346" y="4921"/>
                  </a:cubicBezTo>
                  <a:cubicBezTo>
                    <a:pt x="6346" y="4677"/>
                    <a:pt x="6154" y="4485"/>
                    <a:pt x="5910" y="4485"/>
                  </a:cubicBezTo>
                  <a:cubicBezTo>
                    <a:pt x="5671" y="4485"/>
                    <a:pt x="5474" y="4677"/>
                    <a:pt x="5474" y="4921"/>
                  </a:cubicBezTo>
                  <a:cubicBezTo>
                    <a:pt x="5474" y="5066"/>
                    <a:pt x="5572" y="5212"/>
                    <a:pt x="5695" y="5287"/>
                  </a:cubicBezTo>
                  <a:lnTo>
                    <a:pt x="5695" y="6229"/>
                  </a:lnTo>
                  <a:lnTo>
                    <a:pt x="5113" y="6811"/>
                  </a:lnTo>
                  <a:cubicBezTo>
                    <a:pt x="5061" y="6887"/>
                    <a:pt x="5014" y="6980"/>
                    <a:pt x="5014" y="7078"/>
                  </a:cubicBezTo>
                  <a:lnTo>
                    <a:pt x="5014" y="8969"/>
                  </a:lnTo>
                  <a:lnTo>
                    <a:pt x="4363" y="8969"/>
                  </a:lnTo>
                  <a:lnTo>
                    <a:pt x="4363" y="7102"/>
                  </a:lnTo>
                  <a:cubicBezTo>
                    <a:pt x="4479" y="7032"/>
                    <a:pt x="4578" y="6887"/>
                    <a:pt x="4578" y="6741"/>
                  </a:cubicBezTo>
                  <a:cubicBezTo>
                    <a:pt x="4578" y="6497"/>
                    <a:pt x="4386" y="6305"/>
                    <a:pt x="4142" y="6305"/>
                  </a:cubicBezTo>
                  <a:cubicBezTo>
                    <a:pt x="3897" y="6305"/>
                    <a:pt x="3706" y="6497"/>
                    <a:pt x="3706" y="6741"/>
                  </a:cubicBezTo>
                  <a:cubicBezTo>
                    <a:pt x="3706" y="6887"/>
                    <a:pt x="3804" y="7032"/>
                    <a:pt x="3927" y="7102"/>
                  </a:cubicBezTo>
                  <a:lnTo>
                    <a:pt x="3927" y="8893"/>
                  </a:lnTo>
                  <a:cubicBezTo>
                    <a:pt x="3729" y="8870"/>
                    <a:pt x="3537" y="8823"/>
                    <a:pt x="3345" y="8748"/>
                  </a:cubicBezTo>
                  <a:lnTo>
                    <a:pt x="3345" y="8073"/>
                  </a:lnTo>
                  <a:cubicBezTo>
                    <a:pt x="3345" y="7974"/>
                    <a:pt x="3293" y="7875"/>
                    <a:pt x="3223" y="7805"/>
                  </a:cubicBezTo>
                  <a:lnTo>
                    <a:pt x="2641" y="7224"/>
                  </a:lnTo>
                  <a:lnTo>
                    <a:pt x="2641" y="6276"/>
                  </a:lnTo>
                  <a:cubicBezTo>
                    <a:pt x="2787" y="6206"/>
                    <a:pt x="2856" y="6061"/>
                    <a:pt x="2856" y="5915"/>
                  </a:cubicBezTo>
                  <a:cubicBezTo>
                    <a:pt x="2856" y="5671"/>
                    <a:pt x="2665" y="5479"/>
                    <a:pt x="2420" y="5479"/>
                  </a:cubicBezTo>
                  <a:cubicBezTo>
                    <a:pt x="2205" y="5479"/>
                    <a:pt x="2007" y="5671"/>
                    <a:pt x="2007" y="5915"/>
                  </a:cubicBezTo>
                  <a:cubicBezTo>
                    <a:pt x="2007" y="6061"/>
                    <a:pt x="2083" y="6206"/>
                    <a:pt x="2205" y="6276"/>
                  </a:cubicBezTo>
                  <a:lnTo>
                    <a:pt x="2205" y="7270"/>
                  </a:lnTo>
                  <a:cubicBezTo>
                    <a:pt x="2205" y="7369"/>
                    <a:pt x="2252" y="7439"/>
                    <a:pt x="2327" y="7515"/>
                  </a:cubicBezTo>
                  <a:lnTo>
                    <a:pt x="2909" y="8096"/>
                  </a:lnTo>
                  <a:lnTo>
                    <a:pt x="2909" y="8579"/>
                  </a:lnTo>
                  <a:cubicBezTo>
                    <a:pt x="1670" y="7997"/>
                    <a:pt x="751" y="6857"/>
                    <a:pt x="484" y="5456"/>
                  </a:cubicBezTo>
                  <a:cubicBezTo>
                    <a:pt x="484" y="5369"/>
                    <a:pt x="389" y="5282"/>
                    <a:pt x="283" y="5282"/>
                  </a:cubicBezTo>
                  <a:cubicBezTo>
                    <a:pt x="269" y="5282"/>
                    <a:pt x="254" y="5284"/>
                    <a:pt x="239" y="5287"/>
                  </a:cubicBezTo>
                  <a:cubicBezTo>
                    <a:pt x="117" y="5310"/>
                    <a:pt x="47" y="5433"/>
                    <a:pt x="71" y="5549"/>
                  </a:cubicBezTo>
                  <a:cubicBezTo>
                    <a:pt x="460" y="7782"/>
                    <a:pt x="2397" y="9405"/>
                    <a:pt x="4677" y="9405"/>
                  </a:cubicBezTo>
                  <a:cubicBezTo>
                    <a:pt x="7271" y="9405"/>
                    <a:pt x="9376" y="7294"/>
                    <a:pt x="9376" y="4706"/>
                  </a:cubicBezTo>
                  <a:cubicBezTo>
                    <a:pt x="9376" y="2112"/>
                    <a:pt x="7271" y="1"/>
                    <a:pt x="4677" y="1"/>
                  </a:cubicBezTo>
                  <a:close/>
                </a:path>
              </a:pathLst>
            </a:cu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04" name="Google Shape;1804;p121"/>
            <p:cNvSpPr/>
            <p:nvPr/>
          </p:nvSpPr>
          <p:spPr>
            <a:xfrm>
              <a:off x="2880291" y="1180780"/>
              <a:ext cx="121460" cy="259292"/>
            </a:xfrm>
            <a:custGeom>
              <a:avLst/>
              <a:gdLst/>
              <a:ahLst/>
              <a:cxnLst/>
              <a:rect l="l" t="t" r="r" b="b"/>
              <a:pathLst>
                <a:path w="5282" h="11276" extrusionOk="0">
                  <a:moveTo>
                    <a:pt x="3147" y="0"/>
                  </a:moveTo>
                  <a:cubicBezTo>
                    <a:pt x="3089" y="0"/>
                    <a:pt x="3028" y="19"/>
                    <a:pt x="2979" y="57"/>
                  </a:cubicBezTo>
                  <a:cubicBezTo>
                    <a:pt x="2909" y="150"/>
                    <a:pt x="2909" y="272"/>
                    <a:pt x="2979" y="371"/>
                  </a:cubicBezTo>
                  <a:lnTo>
                    <a:pt x="3444" y="831"/>
                  </a:lnTo>
                  <a:cubicBezTo>
                    <a:pt x="3490" y="877"/>
                    <a:pt x="3514" y="930"/>
                    <a:pt x="3514" y="999"/>
                  </a:cubicBezTo>
                  <a:cubicBezTo>
                    <a:pt x="3514" y="1052"/>
                    <a:pt x="3490" y="1098"/>
                    <a:pt x="3444" y="1145"/>
                  </a:cubicBezTo>
                  <a:lnTo>
                    <a:pt x="2618" y="1971"/>
                  </a:lnTo>
                  <a:cubicBezTo>
                    <a:pt x="2519" y="2069"/>
                    <a:pt x="2496" y="2238"/>
                    <a:pt x="2571" y="2360"/>
                  </a:cubicBezTo>
                  <a:cubicBezTo>
                    <a:pt x="2810" y="2767"/>
                    <a:pt x="3008" y="3233"/>
                    <a:pt x="3153" y="3715"/>
                  </a:cubicBezTo>
                  <a:cubicBezTo>
                    <a:pt x="3176" y="3861"/>
                    <a:pt x="3298" y="3959"/>
                    <a:pt x="3444" y="3959"/>
                  </a:cubicBezTo>
                  <a:lnTo>
                    <a:pt x="4607" y="3959"/>
                  </a:lnTo>
                  <a:cubicBezTo>
                    <a:pt x="4723" y="3959"/>
                    <a:pt x="4845" y="4053"/>
                    <a:pt x="4845" y="4175"/>
                  </a:cubicBezTo>
                  <a:lnTo>
                    <a:pt x="4845" y="6065"/>
                  </a:lnTo>
                  <a:cubicBezTo>
                    <a:pt x="4845" y="6210"/>
                    <a:pt x="4723" y="6309"/>
                    <a:pt x="4607" y="6309"/>
                  </a:cubicBezTo>
                  <a:lnTo>
                    <a:pt x="3444" y="6309"/>
                  </a:lnTo>
                  <a:cubicBezTo>
                    <a:pt x="3298" y="6309"/>
                    <a:pt x="3176" y="6402"/>
                    <a:pt x="3153" y="6524"/>
                  </a:cubicBezTo>
                  <a:cubicBezTo>
                    <a:pt x="3008" y="7013"/>
                    <a:pt x="2810" y="7472"/>
                    <a:pt x="2571" y="7908"/>
                  </a:cubicBezTo>
                  <a:cubicBezTo>
                    <a:pt x="2496" y="8030"/>
                    <a:pt x="2519" y="8176"/>
                    <a:pt x="2618" y="8269"/>
                  </a:cubicBezTo>
                  <a:lnTo>
                    <a:pt x="3444" y="9095"/>
                  </a:lnTo>
                  <a:cubicBezTo>
                    <a:pt x="3490" y="9141"/>
                    <a:pt x="3514" y="9194"/>
                    <a:pt x="3514" y="9263"/>
                  </a:cubicBezTo>
                  <a:cubicBezTo>
                    <a:pt x="3514" y="9310"/>
                    <a:pt x="3490" y="9386"/>
                    <a:pt x="3444" y="9432"/>
                  </a:cubicBezTo>
                  <a:lnTo>
                    <a:pt x="2106" y="10764"/>
                  </a:lnTo>
                  <a:cubicBezTo>
                    <a:pt x="2060" y="10816"/>
                    <a:pt x="2013" y="10839"/>
                    <a:pt x="1938" y="10839"/>
                  </a:cubicBezTo>
                  <a:cubicBezTo>
                    <a:pt x="1891" y="10839"/>
                    <a:pt x="1815" y="10816"/>
                    <a:pt x="1792" y="10764"/>
                  </a:cubicBezTo>
                  <a:lnTo>
                    <a:pt x="943" y="9944"/>
                  </a:lnTo>
                  <a:cubicBezTo>
                    <a:pt x="886" y="9883"/>
                    <a:pt x="810" y="9851"/>
                    <a:pt x="731" y="9851"/>
                  </a:cubicBezTo>
                  <a:cubicBezTo>
                    <a:pt x="681" y="9851"/>
                    <a:pt x="630" y="9864"/>
                    <a:pt x="582" y="9892"/>
                  </a:cubicBezTo>
                  <a:cubicBezTo>
                    <a:pt x="437" y="9967"/>
                    <a:pt x="292" y="10037"/>
                    <a:pt x="170" y="10113"/>
                  </a:cubicBezTo>
                  <a:cubicBezTo>
                    <a:pt x="47" y="10159"/>
                    <a:pt x="1" y="10304"/>
                    <a:pt x="47" y="10403"/>
                  </a:cubicBezTo>
                  <a:cubicBezTo>
                    <a:pt x="83" y="10487"/>
                    <a:pt x="163" y="10524"/>
                    <a:pt x="240" y="10524"/>
                  </a:cubicBezTo>
                  <a:cubicBezTo>
                    <a:pt x="275" y="10524"/>
                    <a:pt x="309" y="10517"/>
                    <a:pt x="338" y="10502"/>
                  </a:cubicBezTo>
                  <a:cubicBezTo>
                    <a:pt x="460" y="10450"/>
                    <a:pt x="582" y="10380"/>
                    <a:pt x="705" y="10304"/>
                  </a:cubicBezTo>
                  <a:lnTo>
                    <a:pt x="1478" y="11084"/>
                  </a:lnTo>
                  <a:cubicBezTo>
                    <a:pt x="1600" y="11200"/>
                    <a:pt x="1769" y="11276"/>
                    <a:pt x="1938" y="11276"/>
                  </a:cubicBezTo>
                  <a:cubicBezTo>
                    <a:pt x="2135" y="11276"/>
                    <a:pt x="2281" y="11200"/>
                    <a:pt x="2426" y="11084"/>
                  </a:cubicBezTo>
                  <a:lnTo>
                    <a:pt x="3758" y="9723"/>
                  </a:lnTo>
                  <a:cubicBezTo>
                    <a:pt x="3880" y="9601"/>
                    <a:pt x="3950" y="9432"/>
                    <a:pt x="3950" y="9263"/>
                  </a:cubicBezTo>
                  <a:cubicBezTo>
                    <a:pt x="3950" y="9095"/>
                    <a:pt x="3880" y="8926"/>
                    <a:pt x="3758" y="8804"/>
                  </a:cubicBezTo>
                  <a:lnTo>
                    <a:pt x="3008" y="8030"/>
                  </a:lnTo>
                  <a:cubicBezTo>
                    <a:pt x="3223" y="7618"/>
                    <a:pt x="3415" y="7181"/>
                    <a:pt x="3537" y="6745"/>
                  </a:cubicBezTo>
                  <a:lnTo>
                    <a:pt x="4607" y="6745"/>
                  </a:lnTo>
                  <a:cubicBezTo>
                    <a:pt x="4968" y="6745"/>
                    <a:pt x="5282" y="6454"/>
                    <a:pt x="5282" y="6065"/>
                  </a:cubicBezTo>
                  <a:lnTo>
                    <a:pt x="5282" y="4175"/>
                  </a:lnTo>
                  <a:cubicBezTo>
                    <a:pt x="5282" y="3814"/>
                    <a:pt x="4968" y="3523"/>
                    <a:pt x="4607" y="3523"/>
                  </a:cubicBezTo>
                  <a:lnTo>
                    <a:pt x="3537" y="3523"/>
                  </a:lnTo>
                  <a:cubicBezTo>
                    <a:pt x="3415" y="3058"/>
                    <a:pt x="3223" y="2622"/>
                    <a:pt x="3008" y="2215"/>
                  </a:cubicBezTo>
                  <a:lnTo>
                    <a:pt x="3758" y="1459"/>
                  </a:lnTo>
                  <a:cubicBezTo>
                    <a:pt x="3880" y="1342"/>
                    <a:pt x="3950" y="1168"/>
                    <a:pt x="3950" y="999"/>
                  </a:cubicBezTo>
                  <a:cubicBezTo>
                    <a:pt x="3950" y="807"/>
                    <a:pt x="3880" y="639"/>
                    <a:pt x="3758" y="517"/>
                  </a:cubicBezTo>
                  <a:lnTo>
                    <a:pt x="3298" y="57"/>
                  </a:lnTo>
                  <a:cubicBezTo>
                    <a:pt x="3261" y="19"/>
                    <a:pt x="3205" y="0"/>
                    <a:pt x="3147" y="0"/>
                  </a:cubicBezTo>
                  <a:close/>
                </a:path>
              </a:pathLst>
            </a:cu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808" name="Shape 1808"/>
        <p:cNvGrpSpPr/>
        <p:nvPr/>
      </p:nvGrpSpPr>
      <p:grpSpPr>
        <a:xfrm>
          <a:off x="0" y="0"/>
          <a:ext cx="0" cy="0"/>
          <a:chOff x="0" y="0"/>
          <a:chExt cx="0" cy="0"/>
        </a:xfrm>
      </p:grpSpPr>
      <p:sp>
        <p:nvSpPr>
          <p:cNvPr id="1809" name="Google Shape;1809;p122"/>
          <p:cNvSpPr txBox="1"/>
          <p:nvPr>
            <p:ph type="title" idx="4294967295"/>
          </p:nvPr>
        </p:nvSpPr>
        <p:spPr>
          <a:xfrm>
            <a:off x="960000" y="586333"/>
            <a:ext cx="8502400" cy="7636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000"/>
              <a:buNone/>
            </a:pPr>
            <a:r>
              <a:rPr lang="en-GB" sz="3335"/>
              <a:t>Implementing Application Programming Interfaces</a:t>
            </a:r>
            <a:endParaRPr sz="3335"/>
          </a:p>
        </p:txBody>
      </p:sp>
      <p:sp>
        <p:nvSpPr>
          <p:cNvPr id="1810" name="Google Shape;1810;p122"/>
          <p:cNvSpPr txBox="1"/>
          <p:nvPr>
            <p:ph type="subTitle" idx="4294967295"/>
          </p:nvPr>
        </p:nvSpPr>
        <p:spPr>
          <a:xfrm>
            <a:off x="1565967" y="5329867"/>
            <a:ext cx="3930400" cy="7636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chemeClr val="dk1"/>
              </a:buClr>
              <a:buSzPts val="1400"/>
              <a:buFont typeface="Lato" panose="020F0502020204030203"/>
              <a:buNone/>
            </a:pPr>
            <a:r>
              <a:rPr lang="en-GB" sz="1865" b="0" i="0" u="none" strike="noStrike" cap="none">
                <a:solidFill>
                  <a:schemeClr val="dk1"/>
                </a:solidFill>
                <a:latin typeface="Lato" panose="020F0502020204030203"/>
                <a:ea typeface="Lato" panose="020F0502020204030203"/>
                <a:cs typeface="Lato" panose="020F0502020204030203"/>
                <a:sym typeface="Lato" panose="020F0502020204030203"/>
              </a:rPr>
              <a:t>Animal Crossing New Horizons API</a:t>
            </a:r>
            <a:endParaRPr sz="1865" b="0" i="0" u="none" strike="noStrike" cap="none">
              <a:solidFill>
                <a:schemeClr val="dk1"/>
              </a:solidFill>
              <a:latin typeface="Lato" panose="020F0502020204030203"/>
              <a:ea typeface="Lato" panose="020F0502020204030203"/>
              <a:cs typeface="Lato" panose="020F0502020204030203"/>
              <a:sym typeface="Lato" panose="020F0502020204030203"/>
            </a:endParaRPr>
          </a:p>
          <a:p>
            <a:pPr marL="0" marR="0" lvl="0" indent="0" algn="l" rtl="0">
              <a:lnSpc>
                <a:spcPct val="115000"/>
              </a:lnSpc>
              <a:spcBef>
                <a:spcPts val="0"/>
              </a:spcBef>
              <a:spcAft>
                <a:spcPts val="0"/>
              </a:spcAft>
              <a:buClr>
                <a:schemeClr val="dk1"/>
              </a:buClr>
              <a:buSzPts val="1400"/>
              <a:buFont typeface="Lato" panose="020F0502020204030203"/>
              <a:buNone/>
            </a:pPr>
            <a:r>
              <a:rPr lang="en-GB" sz="1865" b="0" i="0" u="none" strike="noStrike" cap="none">
                <a:solidFill>
                  <a:schemeClr val="dk1"/>
                </a:solidFill>
                <a:latin typeface="Lato" panose="020F0502020204030203"/>
                <a:ea typeface="Lato" panose="020F0502020204030203"/>
                <a:cs typeface="Lato" panose="020F0502020204030203"/>
                <a:sym typeface="Lato" panose="020F0502020204030203"/>
              </a:rPr>
              <a:t>Weather API </a:t>
            </a:r>
            <a:endParaRPr sz="1865" b="0" i="0" u="none" strike="noStrike" cap="none">
              <a:solidFill>
                <a:schemeClr val="dk1"/>
              </a:solidFill>
              <a:latin typeface="Lato" panose="020F0502020204030203"/>
              <a:ea typeface="Lato" panose="020F0502020204030203"/>
              <a:cs typeface="Lato" panose="020F0502020204030203"/>
              <a:sym typeface="Lato" panose="020F0502020204030203"/>
            </a:endParaRPr>
          </a:p>
          <a:p>
            <a:pPr marL="0" marR="0" lvl="0" indent="0" algn="l" rtl="0">
              <a:lnSpc>
                <a:spcPct val="115000"/>
              </a:lnSpc>
              <a:spcBef>
                <a:spcPts val="0"/>
              </a:spcBef>
              <a:spcAft>
                <a:spcPts val="0"/>
              </a:spcAft>
              <a:buClr>
                <a:schemeClr val="dk1"/>
              </a:buClr>
              <a:buSzPts val="1400"/>
              <a:buFont typeface="Lato" panose="020F0502020204030203"/>
              <a:buNone/>
            </a:pPr>
            <a:r>
              <a:rPr lang="en-GB" sz="1865" b="0" i="0" u="none" strike="noStrike" cap="none">
                <a:solidFill>
                  <a:schemeClr val="dk1"/>
                </a:solidFill>
                <a:latin typeface="Lato" panose="020F0502020204030203"/>
                <a:ea typeface="Lato" panose="020F0502020204030203"/>
                <a:cs typeface="Lato" panose="020F0502020204030203"/>
                <a:sym typeface="Lato" panose="020F0502020204030203"/>
              </a:rPr>
              <a:t>Cocktail database API</a:t>
            </a:r>
            <a:endParaRPr sz="1865" b="0" i="0" u="none" strike="noStrike" cap="none">
              <a:solidFill>
                <a:schemeClr val="dk1"/>
              </a:solidFill>
              <a:latin typeface="Lato" panose="020F0502020204030203"/>
              <a:ea typeface="Lato" panose="020F0502020204030203"/>
              <a:cs typeface="Lato" panose="020F0502020204030203"/>
              <a:sym typeface="Lato" panose="020F0502020204030203"/>
            </a:endParaRPr>
          </a:p>
          <a:p>
            <a:pPr marL="0" marR="0" lvl="0" indent="0" algn="l" rtl="0">
              <a:lnSpc>
                <a:spcPct val="115000"/>
              </a:lnSpc>
              <a:spcBef>
                <a:spcPts val="0"/>
              </a:spcBef>
              <a:spcAft>
                <a:spcPts val="0"/>
              </a:spcAft>
              <a:buClr>
                <a:schemeClr val="dk1"/>
              </a:buClr>
              <a:buSzPts val="1400"/>
              <a:buFont typeface="Lato" panose="020F0502020204030203"/>
              <a:buNone/>
            </a:pPr>
            <a:endParaRPr sz="1865" b="0" i="0" u="none" strike="noStrike" cap="none">
              <a:solidFill>
                <a:schemeClr val="dk1"/>
              </a:solidFill>
              <a:latin typeface="Lato" panose="020F0502020204030203"/>
              <a:ea typeface="Lato" panose="020F0502020204030203"/>
              <a:cs typeface="Lato" panose="020F0502020204030203"/>
              <a:sym typeface="Lato" panose="020F0502020204030203"/>
            </a:endParaRPr>
          </a:p>
        </p:txBody>
      </p:sp>
      <p:sp>
        <p:nvSpPr>
          <p:cNvPr id="1811" name="Google Shape;1811;p122"/>
          <p:cNvSpPr txBox="1"/>
          <p:nvPr>
            <p:ph type="subTitle" idx="4294967295"/>
          </p:nvPr>
        </p:nvSpPr>
        <p:spPr>
          <a:xfrm>
            <a:off x="1565967" y="3018963"/>
            <a:ext cx="3074000" cy="7636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chemeClr val="dk1"/>
              </a:buClr>
              <a:buSzPts val="1400"/>
              <a:buFont typeface="Lato" panose="020F0502020204030203"/>
              <a:buNone/>
            </a:pPr>
            <a:r>
              <a:rPr lang="en-GB" sz="1865" b="0" i="0" u="none" strike="noStrike" cap="none">
                <a:solidFill>
                  <a:schemeClr val="dk1"/>
                </a:solidFill>
                <a:latin typeface="Lato" panose="020F0502020204030203"/>
                <a:ea typeface="Lato" panose="020F0502020204030203"/>
                <a:cs typeface="Lato" panose="020F0502020204030203"/>
                <a:sym typeface="Lato" panose="020F0502020204030203"/>
              </a:rPr>
              <a:t>Installing and working with Requests library</a:t>
            </a:r>
            <a:endParaRPr sz="1865" b="0" i="0" u="none" strike="noStrike" cap="none">
              <a:solidFill>
                <a:schemeClr val="dk1"/>
              </a:solidFill>
              <a:latin typeface="Lato" panose="020F0502020204030203"/>
              <a:ea typeface="Lato" panose="020F0502020204030203"/>
              <a:cs typeface="Lato" panose="020F0502020204030203"/>
              <a:sym typeface="Lato" panose="020F0502020204030203"/>
            </a:endParaRPr>
          </a:p>
        </p:txBody>
      </p:sp>
      <p:sp>
        <p:nvSpPr>
          <p:cNvPr id="1812" name="Google Shape;1812;p122"/>
          <p:cNvSpPr txBox="1"/>
          <p:nvPr>
            <p:ph type="subTitle" idx="4294967295"/>
          </p:nvPr>
        </p:nvSpPr>
        <p:spPr>
          <a:xfrm>
            <a:off x="6452168" y="3068200"/>
            <a:ext cx="3592800" cy="7636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chemeClr val="dk1"/>
              </a:buClr>
              <a:buSzPts val="1400"/>
              <a:buFont typeface="Lato" panose="020F0502020204030203"/>
              <a:buNone/>
            </a:pPr>
            <a:r>
              <a:rPr lang="en-GB" sz="1865" b="0" i="0" u="none" strike="noStrike" cap="none">
                <a:solidFill>
                  <a:schemeClr val="dk1"/>
                </a:solidFill>
                <a:latin typeface="Lato" panose="020F0502020204030203"/>
                <a:ea typeface="Lato" panose="020F0502020204030203"/>
                <a:cs typeface="Lato" panose="020F0502020204030203"/>
                <a:sym typeface="Lato" panose="020F0502020204030203"/>
              </a:rPr>
              <a:t>Working with Json formatter</a:t>
            </a:r>
            <a:endParaRPr sz="1865" b="0" i="0" u="none" strike="noStrike" cap="none">
              <a:solidFill>
                <a:schemeClr val="dk1"/>
              </a:solidFill>
              <a:latin typeface="Lato" panose="020F0502020204030203"/>
              <a:ea typeface="Lato" panose="020F0502020204030203"/>
              <a:cs typeface="Lato" panose="020F0502020204030203"/>
              <a:sym typeface="Lato" panose="020F0502020204030203"/>
            </a:endParaRPr>
          </a:p>
        </p:txBody>
      </p:sp>
      <p:sp>
        <p:nvSpPr>
          <p:cNvPr id="1813" name="Google Shape;1813;p122"/>
          <p:cNvSpPr txBox="1"/>
          <p:nvPr>
            <p:ph type="title" idx="4294967295"/>
          </p:nvPr>
        </p:nvSpPr>
        <p:spPr>
          <a:xfrm>
            <a:off x="1565967" y="1602401"/>
            <a:ext cx="979600" cy="7212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000"/>
              <a:buNone/>
            </a:pPr>
            <a:r>
              <a:rPr lang="en-GB">
                <a:solidFill>
                  <a:schemeClr val="accent1"/>
                </a:solidFill>
              </a:rPr>
              <a:t>01</a:t>
            </a:r>
            <a:endParaRPr>
              <a:solidFill>
                <a:schemeClr val="accent1"/>
              </a:solidFill>
            </a:endParaRPr>
          </a:p>
        </p:txBody>
      </p:sp>
      <p:sp>
        <p:nvSpPr>
          <p:cNvPr id="1814" name="Google Shape;1814;p122"/>
          <p:cNvSpPr txBox="1"/>
          <p:nvPr>
            <p:ph type="title" idx="4294967295"/>
          </p:nvPr>
        </p:nvSpPr>
        <p:spPr>
          <a:xfrm>
            <a:off x="1565967" y="3912619"/>
            <a:ext cx="979600" cy="7212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000"/>
              <a:buNone/>
            </a:pPr>
            <a:r>
              <a:rPr lang="en-GB">
                <a:solidFill>
                  <a:schemeClr val="accent1"/>
                </a:solidFill>
              </a:rPr>
              <a:t>03</a:t>
            </a:r>
            <a:endParaRPr>
              <a:solidFill>
                <a:schemeClr val="accent1"/>
              </a:solidFill>
            </a:endParaRPr>
          </a:p>
        </p:txBody>
      </p:sp>
      <p:sp>
        <p:nvSpPr>
          <p:cNvPr id="1815" name="Google Shape;1815;p122"/>
          <p:cNvSpPr txBox="1"/>
          <p:nvPr>
            <p:ph type="title" idx="4294967295"/>
          </p:nvPr>
        </p:nvSpPr>
        <p:spPr>
          <a:xfrm>
            <a:off x="6452161" y="1651635"/>
            <a:ext cx="979600" cy="7212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000"/>
              <a:buNone/>
            </a:pPr>
            <a:r>
              <a:rPr lang="en-GB">
                <a:solidFill>
                  <a:schemeClr val="accent1"/>
                </a:solidFill>
              </a:rPr>
              <a:t>02</a:t>
            </a:r>
            <a:endParaRPr>
              <a:solidFill>
                <a:schemeClr val="accent1"/>
              </a:solidFill>
            </a:endParaRPr>
          </a:p>
        </p:txBody>
      </p:sp>
      <p:sp>
        <p:nvSpPr>
          <p:cNvPr id="1816" name="Google Shape;1816;p122"/>
          <p:cNvSpPr txBox="1"/>
          <p:nvPr>
            <p:ph type="subTitle" idx="4294967295"/>
          </p:nvPr>
        </p:nvSpPr>
        <p:spPr>
          <a:xfrm>
            <a:off x="1565967" y="2467000"/>
            <a:ext cx="3449200" cy="646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chemeClr val="dk1"/>
              </a:buClr>
              <a:buSzPts val="1400"/>
              <a:buFont typeface="Lato" panose="020F0502020204030203"/>
              <a:buNone/>
            </a:pPr>
            <a:r>
              <a:rPr lang="en-GB" sz="2935" b="1" i="0" u="none" strike="noStrike" cap="none">
                <a:solidFill>
                  <a:schemeClr val="dk1"/>
                </a:solidFill>
                <a:latin typeface="Poppins" panose="00000500000000000000"/>
                <a:ea typeface="Poppins" panose="00000500000000000000"/>
                <a:cs typeface="Poppins" panose="00000500000000000000"/>
                <a:sym typeface="Poppins" panose="00000500000000000000"/>
              </a:rPr>
              <a:t>Requests library</a:t>
            </a:r>
            <a:endParaRPr sz="2935" b="1" i="0" u="none" strike="noStrike" cap="none">
              <a:solidFill>
                <a:schemeClr val="dk1"/>
              </a:solidFill>
              <a:latin typeface="Poppins" panose="00000500000000000000"/>
              <a:ea typeface="Poppins" panose="00000500000000000000"/>
              <a:cs typeface="Poppins" panose="00000500000000000000"/>
              <a:sym typeface="Poppins" panose="00000500000000000000"/>
            </a:endParaRPr>
          </a:p>
        </p:txBody>
      </p:sp>
      <p:sp>
        <p:nvSpPr>
          <p:cNvPr id="1817" name="Google Shape;1817;p122"/>
          <p:cNvSpPr txBox="1"/>
          <p:nvPr>
            <p:ph type="subTitle" idx="4294967295"/>
          </p:nvPr>
        </p:nvSpPr>
        <p:spPr>
          <a:xfrm>
            <a:off x="1565967" y="4683467"/>
            <a:ext cx="3822000" cy="646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chemeClr val="dk1"/>
              </a:buClr>
              <a:buSzPts val="1400"/>
              <a:buFont typeface="Lato" panose="020F0502020204030203"/>
              <a:buNone/>
            </a:pPr>
            <a:r>
              <a:rPr lang="en-GB" sz="2935" b="1" i="0" u="none" strike="noStrike" cap="none">
                <a:solidFill>
                  <a:schemeClr val="dk1"/>
                </a:solidFill>
                <a:latin typeface="Poppins" panose="00000500000000000000"/>
                <a:ea typeface="Poppins" panose="00000500000000000000"/>
                <a:cs typeface="Poppins" panose="00000500000000000000"/>
                <a:sym typeface="Poppins" panose="00000500000000000000"/>
              </a:rPr>
              <a:t>Working with API</a:t>
            </a:r>
            <a:endParaRPr sz="2935" b="1" i="0" u="none" strike="noStrike" cap="none">
              <a:solidFill>
                <a:schemeClr val="dk1"/>
              </a:solidFill>
              <a:latin typeface="Poppins" panose="00000500000000000000"/>
              <a:ea typeface="Poppins" panose="00000500000000000000"/>
              <a:cs typeface="Poppins" panose="00000500000000000000"/>
              <a:sym typeface="Poppins" panose="00000500000000000000"/>
            </a:endParaRPr>
          </a:p>
        </p:txBody>
      </p:sp>
      <p:grpSp>
        <p:nvGrpSpPr>
          <p:cNvPr id="1818" name="Google Shape;1818;p122"/>
          <p:cNvGrpSpPr/>
          <p:nvPr/>
        </p:nvGrpSpPr>
        <p:grpSpPr>
          <a:xfrm>
            <a:off x="646939" y="849563"/>
            <a:ext cx="313051" cy="251212"/>
            <a:chOff x="4424582" y="1819850"/>
            <a:chExt cx="98427" cy="78984"/>
          </a:xfrm>
        </p:grpSpPr>
        <p:sp>
          <p:nvSpPr>
            <p:cNvPr id="1819" name="Google Shape;1819;p122"/>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0" name="Google Shape;1820;p122"/>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821" name="Google Shape;1821;p122"/>
          <p:cNvSpPr txBox="1"/>
          <p:nvPr>
            <p:ph type="subTitle" idx="4294967295"/>
          </p:nvPr>
        </p:nvSpPr>
        <p:spPr>
          <a:xfrm>
            <a:off x="6264567" y="2467000"/>
            <a:ext cx="4229600" cy="646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chemeClr val="dk1"/>
              </a:buClr>
              <a:buSzPts val="1400"/>
              <a:buFont typeface="Lato" panose="020F0502020204030203"/>
              <a:buNone/>
            </a:pPr>
            <a:r>
              <a:rPr lang="en-GB" sz="2935" b="1" i="0" u="none" strike="noStrike" cap="none">
                <a:solidFill>
                  <a:schemeClr val="dk1"/>
                </a:solidFill>
                <a:latin typeface="Poppins" panose="00000500000000000000"/>
                <a:ea typeface="Poppins" panose="00000500000000000000"/>
                <a:cs typeface="Poppins" panose="00000500000000000000"/>
                <a:sym typeface="Poppins" panose="00000500000000000000"/>
              </a:rPr>
              <a:t>Analyzing JSON file </a:t>
            </a:r>
            <a:endParaRPr sz="2935" b="1" i="0" u="none" strike="noStrike" cap="none">
              <a:solidFill>
                <a:schemeClr val="dk1"/>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t>API</a:t>
            </a:r>
            <a:endParaRPr lang="en-US"/>
          </a:p>
        </p:txBody>
      </p:sp>
      <p:sp>
        <p:nvSpPr>
          <p:cNvPr id="3" name="Content Placeholder 2"/>
          <p:cNvSpPr>
            <a:spLocks noGrp="1"/>
          </p:cNvSpPr>
          <p:nvPr>
            <p:ph idx="1"/>
          </p:nvPr>
        </p:nvSpPr>
        <p:spPr/>
        <p:txBody>
          <a:bodyPr>
            <a:normAutofit/>
          </a:bodyPr>
          <a:lstStyle/>
          <a:p>
            <a:pPr algn="just"/>
            <a:r>
              <a:rPr lang="en-US" dirty="0" smtClean="0"/>
              <a:t>API stands for "Application Programming Interface." </a:t>
            </a:r>
            <a:endParaRPr lang="en-US" dirty="0" smtClean="0"/>
          </a:p>
          <a:p>
            <a:pPr algn="just"/>
            <a:r>
              <a:rPr lang="en-US" dirty="0" smtClean="0"/>
              <a:t>It's a set of rules and protocols that allow how different software applications can communicate and interact with each other. </a:t>
            </a:r>
            <a:endParaRPr lang="en-US" dirty="0" smtClean="0"/>
          </a:p>
          <a:p>
            <a:pPr algn="just"/>
            <a:r>
              <a:rPr lang="en-US" dirty="0" smtClean="0"/>
              <a:t>APIs </a:t>
            </a:r>
            <a:r>
              <a:rPr lang="en-US" dirty="0" smtClean="0"/>
              <a:t>define the methods and data formats that applications can use to request and exchange information. </a:t>
            </a:r>
            <a:endParaRPr lang="en-US" dirty="0" smtClean="0"/>
          </a:p>
          <a:p>
            <a:pPr algn="just"/>
            <a:r>
              <a:rPr lang="en-US" dirty="0" smtClean="0"/>
              <a:t>To </a:t>
            </a:r>
            <a:r>
              <a:rPr lang="en-US" dirty="0" smtClean="0"/>
              <a:t>retrieve data from a web server, a client application initiates a request, and the server responds with the requested data.</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ChangeAspect="1"/>
          </p:cNvPicPr>
          <p:nvPr>
            <p:ph idx="1"/>
          </p:nvPr>
        </p:nvPicPr>
        <p:blipFill>
          <a:blip r:embed="rId1"/>
          <a:stretch>
            <a:fillRect/>
          </a:stretch>
        </p:blipFill>
        <p:spPr>
          <a:xfrm>
            <a:off x="2285365" y="1741170"/>
            <a:ext cx="7620000" cy="38195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APIs act as bridges that enable the smooth exchange of data and functionality, enhancing interoperability across various applications.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2251075" y="1174750"/>
            <a:ext cx="7689215" cy="4953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it works:</a:t>
            </a:r>
            <a:r>
              <a:rPr lang="en-US" dirty="0" smtClean="0"/>
              <a:t> </a:t>
            </a:r>
            <a:endParaRPr lang="en-US" dirty="0"/>
          </a:p>
        </p:txBody>
      </p:sp>
      <p:sp>
        <p:nvSpPr>
          <p:cNvPr id="3" name="Content Placeholder 2"/>
          <p:cNvSpPr>
            <a:spLocks noGrp="1"/>
          </p:cNvSpPr>
          <p:nvPr>
            <p:ph idx="1"/>
          </p:nvPr>
        </p:nvSpPr>
        <p:spPr/>
        <p:txBody>
          <a:bodyPr/>
          <a:lstStyle/>
          <a:p>
            <a:r>
              <a:rPr lang="en-US" dirty="0" smtClean="0"/>
              <a:t>You send requests (e.g., GET, POST, PUT, DELETE) to specific API endpoints (URLs) and receive responses, often in JSON or XML format, which you then process in your Python code.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2285365" y="1741170"/>
            <a:ext cx="7620000" cy="38195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Making API Requests in Python</a:t>
            </a:r>
            <a:br>
              <a:rPr lang="en-US" b="1" dirty="0" smtClean="0"/>
            </a:br>
            <a:endParaRPr lang="en-US" dirty="0"/>
          </a:p>
        </p:txBody>
      </p:sp>
      <p:sp>
        <p:nvSpPr>
          <p:cNvPr id="3" name="Content Placeholder 2"/>
          <p:cNvSpPr>
            <a:spLocks noGrp="1"/>
          </p:cNvSpPr>
          <p:nvPr>
            <p:ph idx="1"/>
          </p:nvPr>
        </p:nvSpPr>
        <p:spPr/>
        <p:txBody>
          <a:bodyPr>
            <a:normAutofit fontScale="75000"/>
          </a:bodyPr>
          <a:lstStyle/>
          <a:p>
            <a:pPr fontAlgn="base"/>
            <a:r>
              <a:rPr lang="en-US" dirty="0" smtClean="0"/>
              <a:t>In order to work with APIs, some tools are required, such as requests module and we need to first install them in our system</a:t>
            </a:r>
            <a:r>
              <a:rPr lang="en-US" dirty="0" smtClean="0"/>
              <a:t>.</a:t>
            </a:r>
            <a:endParaRPr lang="en-US" dirty="0" smtClean="0"/>
          </a:p>
          <a:p>
            <a:pPr fontAlgn="base"/>
            <a:r>
              <a:rPr lang="en-US" dirty="0" smtClean="0"/>
              <a:t>requests: A widely used library for making HTTP requests to web APIs</a:t>
            </a:r>
            <a:r>
              <a:rPr lang="en-US" dirty="0" smtClean="0"/>
              <a:t>.</a:t>
            </a:r>
            <a:endParaRPr lang="en-US" dirty="0" smtClean="0"/>
          </a:p>
          <a:p>
            <a:pPr fontAlgn="base"/>
            <a:r>
              <a:rPr lang="en-US" dirty="0" smtClean="0"/>
              <a:t>Command to install '</a:t>
            </a:r>
            <a:r>
              <a:rPr lang="en-US" b="1" dirty="0" smtClean="0"/>
              <a:t>requests':</a:t>
            </a:r>
            <a:endParaRPr lang="en-US" dirty="0" smtClean="0"/>
          </a:p>
          <a:p>
            <a:pPr marL="0" indent="0">
              <a:lnSpc>
                <a:spcPct val="100000"/>
              </a:lnSpc>
              <a:spcBef>
                <a:spcPts val="1860"/>
              </a:spcBef>
              <a:buNone/>
            </a:pPr>
            <a:r>
              <a:rPr lang="en-US" dirty="0" smtClean="0"/>
              <a:t>                          </a:t>
            </a:r>
            <a:r>
              <a:rPr spc="-25" dirty="0">
                <a:solidFill>
                  <a:srgbClr val="0D66EB"/>
                </a:solidFill>
                <a:latin typeface="Tahoma" panose="020B0604030504040204"/>
                <a:cs typeface="Tahoma" panose="020B0604030504040204"/>
                <a:sym typeface="+mn-ea"/>
              </a:rPr>
              <a:t>pip</a:t>
            </a:r>
            <a:r>
              <a:rPr spc="-210" dirty="0">
                <a:solidFill>
                  <a:srgbClr val="0D66EB"/>
                </a:solidFill>
                <a:latin typeface="Tahoma" panose="020B0604030504040204"/>
                <a:cs typeface="Tahoma" panose="020B0604030504040204"/>
                <a:sym typeface="+mn-ea"/>
              </a:rPr>
              <a:t> </a:t>
            </a:r>
            <a:r>
              <a:rPr spc="-25" dirty="0">
                <a:solidFill>
                  <a:srgbClr val="0D66EB"/>
                </a:solidFill>
                <a:latin typeface="Tahoma" panose="020B0604030504040204"/>
                <a:cs typeface="Tahoma" panose="020B0604030504040204"/>
                <a:sym typeface="+mn-ea"/>
              </a:rPr>
              <a:t>install</a:t>
            </a:r>
            <a:r>
              <a:rPr spc="-210" dirty="0">
                <a:solidFill>
                  <a:srgbClr val="0D66EB"/>
                </a:solidFill>
                <a:latin typeface="Tahoma" panose="020B0604030504040204"/>
                <a:cs typeface="Tahoma" panose="020B0604030504040204"/>
                <a:sym typeface="+mn-ea"/>
              </a:rPr>
              <a:t> </a:t>
            </a:r>
            <a:r>
              <a:rPr spc="-10" dirty="0">
                <a:solidFill>
                  <a:srgbClr val="0D66EB"/>
                </a:solidFill>
                <a:latin typeface="Tahoma" panose="020B0604030504040204"/>
                <a:cs typeface="Tahoma" panose="020B0604030504040204"/>
                <a:sym typeface="+mn-ea"/>
              </a:rPr>
              <a:t>requests</a:t>
            </a:r>
            <a:endParaRPr>
              <a:latin typeface="Tahoma" panose="020B0604030504040204"/>
              <a:cs typeface="Tahoma" panose="020B0604030504040204"/>
            </a:endParaRPr>
          </a:p>
          <a:p>
            <a:pPr marL="0" indent="0">
              <a:lnSpc>
                <a:spcPct val="100000"/>
              </a:lnSpc>
              <a:spcBef>
                <a:spcPts val="1860"/>
              </a:spcBef>
              <a:buNone/>
            </a:pPr>
            <a:r>
              <a:rPr lang="en-US" spc="-50" dirty="0">
                <a:solidFill>
                  <a:srgbClr val="0D66EB"/>
                </a:solidFill>
                <a:latin typeface="Tahoma" panose="020B0604030504040204"/>
                <a:cs typeface="Tahoma" panose="020B0604030504040204"/>
                <a:sym typeface="+mn-ea"/>
              </a:rPr>
              <a:t>                        </a:t>
            </a:r>
            <a:r>
              <a:rPr spc="-50" dirty="0">
                <a:solidFill>
                  <a:srgbClr val="0D66EB"/>
                </a:solidFill>
                <a:latin typeface="Tahoma" panose="020B0604030504040204"/>
                <a:cs typeface="Tahoma" panose="020B0604030504040204"/>
                <a:sym typeface="+mn-ea"/>
              </a:rPr>
              <a:t>py</a:t>
            </a:r>
            <a:r>
              <a:rPr spc="-220" dirty="0">
                <a:solidFill>
                  <a:srgbClr val="0D66EB"/>
                </a:solidFill>
                <a:latin typeface="Tahoma" panose="020B0604030504040204"/>
                <a:cs typeface="Tahoma" panose="020B0604030504040204"/>
                <a:sym typeface="+mn-ea"/>
              </a:rPr>
              <a:t> </a:t>
            </a:r>
            <a:r>
              <a:rPr spc="-75" dirty="0">
                <a:solidFill>
                  <a:srgbClr val="0D66EB"/>
                </a:solidFill>
                <a:latin typeface="Tahoma" panose="020B0604030504040204"/>
                <a:cs typeface="Tahoma" panose="020B0604030504040204"/>
                <a:sym typeface="+mn-ea"/>
              </a:rPr>
              <a:t>-</a:t>
            </a:r>
            <a:r>
              <a:rPr spc="-220" dirty="0">
                <a:solidFill>
                  <a:srgbClr val="0D66EB"/>
                </a:solidFill>
                <a:latin typeface="Tahoma" panose="020B0604030504040204"/>
                <a:cs typeface="Tahoma" panose="020B0604030504040204"/>
                <a:sym typeface="+mn-ea"/>
              </a:rPr>
              <a:t> </a:t>
            </a:r>
            <a:r>
              <a:rPr spc="-110" dirty="0">
                <a:solidFill>
                  <a:srgbClr val="0D66EB"/>
                </a:solidFill>
                <a:latin typeface="Tahoma" panose="020B0604030504040204"/>
                <a:cs typeface="Tahoma" panose="020B0604030504040204"/>
                <a:sym typeface="+mn-ea"/>
              </a:rPr>
              <a:t>m</a:t>
            </a:r>
            <a:r>
              <a:rPr spc="-220" dirty="0">
                <a:solidFill>
                  <a:srgbClr val="0D66EB"/>
                </a:solidFill>
                <a:latin typeface="Tahoma" panose="020B0604030504040204"/>
                <a:cs typeface="Tahoma" panose="020B0604030504040204"/>
                <a:sym typeface="+mn-ea"/>
              </a:rPr>
              <a:t> </a:t>
            </a:r>
            <a:r>
              <a:rPr spc="-25" dirty="0">
                <a:solidFill>
                  <a:srgbClr val="0D66EB"/>
                </a:solidFill>
                <a:latin typeface="Tahoma" panose="020B0604030504040204"/>
                <a:cs typeface="Tahoma" panose="020B0604030504040204"/>
                <a:sym typeface="+mn-ea"/>
              </a:rPr>
              <a:t>pip</a:t>
            </a:r>
            <a:r>
              <a:rPr spc="-220" dirty="0">
                <a:solidFill>
                  <a:srgbClr val="0D66EB"/>
                </a:solidFill>
                <a:latin typeface="Tahoma" panose="020B0604030504040204"/>
                <a:cs typeface="Tahoma" panose="020B0604030504040204"/>
                <a:sym typeface="+mn-ea"/>
              </a:rPr>
              <a:t> </a:t>
            </a:r>
            <a:r>
              <a:rPr spc="-25" dirty="0">
                <a:solidFill>
                  <a:srgbClr val="0D66EB"/>
                </a:solidFill>
                <a:latin typeface="Tahoma" panose="020B0604030504040204"/>
                <a:cs typeface="Tahoma" panose="020B0604030504040204"/>
                <a:sym typeface="+mn-ea"/>
              </a:rPr>
              <a:t>install</a:t>
            </a:r>
            <a:r>
              <a:rPr spc="-220" dirty="0">
                <a:solidFill>
                  <a:srgbClr val="0D66EB"/>
                </a:solidFill>
                <a:latin typeface="Tahoma" panose="020B0604030504040204"/>
                <a:cs typeface="Tahoma" panose="020B0604030504040204"/>
                <a:sym typeface="+mn-ea"/>
              </a:rPr>
              <a:t> </a:t>
            </a:r>
            <a:r>
              <a:rPr spc="-10" dirty="0">
                <a:solidFill>
                  <a:srgbClr val="0D66EB"/>
                </a:solidFill>
                <a:latin typeface="Tahoma" panose="020B0604030504040204"/>
                <a:cs typeface="Tahoma" panose="020B0604030504040204"/>
                <a:sym typeface="+mn-ea"/>
              </a:rPr>
              <a:t>requests</a:t>
            </a:r>
            <a:endParaRPr>
              <a:latin typeface="Tahoma" panose="020B0604030504040204"/>
              <a:cs typeface="Tahoma" panose="020B0604030504040204"/>
            </a:endParaRPr>
          </a:p>
          <a:p>
            <a:pPr fontAlgn="base">
              <a:buNone/>
            </a:pPr>
            <a:r>
              <a:rPr lang="en-US" dirty="0" smtClean="0"/>
              <a:t>Once we have installed it, we need to import it in our code to use it.</a:t>
            </a:r>
            <a:endParaRPr lang="en-US" dirty="0" smtClean="0"/>
          </a:p>
          <a:p>
            <a:pPr fontAlgn="base"/>
            <a:r>
              <a:rPr lang="en-US" dirty="0" smtClean="0"/>
              <a:t>Command to import </a:t>
            </a:r>
            <a:r>
              <a:rPr lang="en-US" b="1" dirty="0" smtClean="0"/>
              <a:t>'requests':</a:t>
            </a:r>
            <a:endParaRPr lang="en-US" dirty="0" smtClean="0"/>
          </a:p>
          <a:p>
            <a:pPr fontAlgn="base">
              <a:buNone/>
            </a:pPr>
            <a:r>
              <a:rPr lang="en-US" dirty="0" smtClean="0"/>
              <a:t>                         </a:t>
            </a:r>
            <a:r>
              <a:rPr lang="en-US" dirty="0" smtClean="0">
                <a:solidFill>
                  <a:srgbClr val="00B0F0"/>
                </a:solidFill>
              </a:rPr>
              <a:t>import requests</a:t>
            </a:r>
            <a:endParaRPr lang="en-US" dirty="0" smtClean="0">
              <a:solidFill>
                <a:srgbClr val="00B0F0"/>
              </a:solidFill>
            </a:endParaRPr>
          </a:p>
          <a:p>
            <a:endParaRPr lang="en-US" dirty="0" smtClean="0">
              <a:solidFill>
                <a:srgbClr val="00B0F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The basics of API requests</a:t>
            </a:r>
            <a:endParaRPr lang="en-US"/>
          </a:p>
        </p:txBody>
      </p:sp>
      <p:sp>
        <p:nvSpPr>
          <p:cNvPr id="3" name="Content Placeholder 2"/>
          <p:cNvSpPr>
            <a:spLocks noGrp="1"/>
          </p:cNvSpPr>
          <p:nvPr>
            <p:ph idx="1"/>
          </p:nvPr>
        </p:nvSpPr>
        <p:spPr/>
        <p:txBody>
          <a:bodyPr/>
          <a:p>
            <a:pPr algn="just"/>
            <a:r>
              <a:rPr lang="en-US" altLang="en-US" sz="2800"/>
              <a:t>Find the Right Place: Identify the API endpoint, which is the specific web address where you'll send your request.</a:t>
            </a:r>
            <a:endParaRPr lang="en-US" altLang="en-US" sz="2800"/>
          </a:p>
          <a:p>
            <a:pPr algn="just"/>
            <a:r>
              <a:rPr lang="en-US" altLang="en-US" sz="2800"/>
              <a:t>Place Your Order: Use Python's requests library to send the request to the API. You'll specify what kind of action you want to take (like getting data or sending data).</a:t>
            </a:r>
            <a:endParaRPr lang="en-US" altLang="en-US" sz="2800"/>
          </a:p>
          <a:p>
            <a:pPr algn="just"/>
            <a:r>
              <a:rPr lang="en-US" altLang="en-US" sz="2800"/>
              <a:t>Get Your Food: The API will send back a response, which you can process to extract the information you need.</a:t>
            </a:r>
            <a:endParaRPr lang="en-US" alt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GET requests</a:t>
            </a:r>
            <a:br>
              <a:rPr lang="en-US" b="1" dirty="0" smtClean="0"/>
            </a:br>
            <a:endParaRPr lang="en-US" dirty="0"/>
          </a:p>
        </p:txBody>
      </p:sp>
      <p:sp>
        <p:nvSpPr>
          <p:cNvPr id="3" name="Content Placeholder 2"/>
          <p:cNvSpPr>
            <a:spLocks noGrp="1"/>
          </p:cNvSpPr>
          <p:nvPr>
            <p:ph idx="1"/>
          </p:nvPr>
        </p:nvSpPr>
        <p:spPr/>
        <p:txBody>
          <a:bodyPr/>
          <a:lstStyle/>
          <a:p>
            <a:pPr algn="just"/>
            <a:r>
              <a:rPr lang="en-US" dirty="0" smtClean="0"/>
              <a:t>A GET request is the most common type of HTTP request used to retrieve data from a server, similar to asking for information;</a:t>
            </a:r>
            <a:endParaRPr lang="en-US" dirty="0" smtClean="0"/>
          </a:p>
          <a:p>
            <a:pPr algn="just"/>
            <a:r>
              <a:rPr lang="en-US" dirty="0" smtClean="0"/>
              <a:t> when you type a URL into your browser and press enter, you're essentially sending a GET request to that server, specifying the desired resource, which the server processes to find and prepare the requested data before sending it back in a format like JSON or XML.</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fr-FR" dirty="0" smtClean="0"/>
              <a:t>import </a:t>
            </a:r>
            <a:r>
              <a:rPr lang="fr-FR" dirty="0" err="1" smtClean="0"/>
              <a:t>requests</a:t>
            </a:r>
            <a:endParaRPr lang="fr-FR" dirty="0" smtClean="0"/>
          </a:p>
          <a:p>
            <a:pPr>
              <a:buNone/>
            </a:pPr>
            <a:r>
              <a:rPr lang="fr-FR" dirty="0" smtClean="0"/>
              <a:t>   </a:t>
            </a:r>
            <a:r>
              <a:rPr lang="fr-FR" dirty="0" err="1" smtClean="0"/>
              <a:t>response</a:t>
            </a:r>
            <a:r>
              <a:rPr lang="fr-FR" dirty="0" smtClean="0"/>
              <a:t> </a:t>
            </a:r>
            <a:r>
              <a:rPr lang="fr-FR" dirty="0" smtClean="0"/>
              <a:t>= requests.get('https://api.example.com/data</a:t>
            </a:r>
            <a:r>
              <a:rPr lang="fr-FR" dirty="0" smtClean="0"/>
              <a:t>')</a:t>
            </a:r>
            <a:endParaRPr lang="fr-FR" dirty="0" smtClean="0"/>
          </a:p>
          <a:p>
            <a:pPr>
              <a:buNone/>
            </a:pPr>
            <a:r>
              <a:rPr lang="fr-FR" dirty="0" smtClean="0"/>
              <a:t> </a:t>
            </a:r>
            <a:r>
              <a:rPr lang="fr-FR" dirty="0" smtClean="0"/>
              <a:t>  data </a:t>
            </a:r>
            <a:r>
              <a:rPr lang="fr-FR" dirty="0" smtClean="0"/>
              <a:t>= </a:t>
            </a:r>
            <a:r>
              <a:rPr lang="fr-FR" dirty="0" err="1" smtClean="0"/>
              <a:t>response.json</a:t>
            </a:r>
            <a:r>
              <a:rPr lang="fr-FR" dirty="0" smtClean="0"/>
              <a:t>()</a:t>
            </a:r>
            <a:endParaRPr lang="fr-FR" dirty="0" smtClean="0"/>
          </a:p>
          <a:p>
            <a:pPr>
              <a:buNone/>
            </a:pPr>
            <a:r>
              <a:rPr lang="fr-FR" dirty="0" smtClean="0"/>
              <a:t> </a:t>
            </a:r>
            <a:r>
              <a:rPr lang="fr-FR" dirty="0" smtClean="0"/>
              <a:t>  </a:t>
            </a:r>
            <a:r>
              <a:rPr lang="fr-FR" dirty="0" err="1" smtClean="0"/>
              <a:t>print</a:t>
            </a:r>
            <a:r>
              <a:rPr lang="fr-FR" dirty="0" smtClean="0"/>
              <a:t>(data</a:t>
            </a:r>
            <a:r>
              <a:rPr lang="fr-FR" dirty="0" smtClean="0"/>
              <a:t>)</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Understanding API Status Codes</a:t>
            </a:r>
            <a:br>
              <a:rPr lang="en-US" b="1" dirty="0" smtClean="0"/>
            </a:br>
            <a:endParaRPr lang="en-US" dirty="0"/>
          </a:p>
        </p:txBody>
      </p:sp>
      <p:sp>
        <p:nvSpPr>
          <p:cNvPr id="3" name="Content Placeholder 2"/>
          <p:cNvSpPr>
            <a:spLocks noGrp="1"/>
          </p:cNvSpPr>
          <p:nvPr>
            <p:ph idx="1"/>
          </p:nvPr>
        </p:nvSpPr>
        <p:spPr/>
        <p:txBody>
          <a:bodyPr>
            <a:normAutofit fontScale="95000"/>
          </a:bodyPr>
          <a:lstStyle/>
          <a:p>
            <a:pPr fontAlgn="base"/>
            <a:r>
              <a:rPr lang="en-US" dirty="0" smtClean="0"/>
              <a:t>Status codes tell us how the server handled our request:</a:t>
            </a:r>
            <a:endParaRPr lang="en-US" dirty="0" smtClean="0"/>
          </a:p>
          <a:p>
            <a:pPr fontAlgn="base"/>
            <a:r>
              <a:rPr lang="en-US" b="1" dirty="0" smtClean="0"/>
              <a:t>200 OK</a:t>
            </a:r>
            <a:r>
              <a:rPr lang="en-US" dirty="0" smtClean="0"/>
              <a:t>: Request successful, data returned.</a:t>
            </a:r>
            <a:endParaRPr lang="en-US" dirty="0" smtClean="0"/>
          </a:p>
          <a:p>
            <a:pPr fontAlgn="base"/>
            <a:r>
              <a:rPr lang="en-US" b="1" dirty="0" smtClean="0"/>
              <a:t>201 Created</a:t>
            </a:r>
            <a:r>
              <a:rPr lang="en-US" dirty="0" smtClean="0"/>
              <a:t>: New resource created.</a:t>
            </a:r>
            <a:endParaRPr lang="en-US" dirty="0" smtClean="0"/>
          </a:p>
          <a:p>
            <a:pPr fontAlgn="base"/>
            <a:r>
              <a:rPr lang="en-US" b="1" dirty="0" smtClean="0"/>
              <a:t>204 No Content</a:t>
            </a:r>
            <a:r>
              <a:rPr lang="en-US" dirty="0" smtClean="0"/>
              <a:t>: Success but no data returned.</a:t>
            </a:r>
            <a:endParaRPr lang="en-US" dirty="0" smtClean="0"/>
          </a:p>
          <a:p>
            <a:pPr fontAlgn="base"/>
            <a:r>
              <a:rPr lang="en-US" b="1" dirty="0" smtClean="0"/>
              <a:t>400 Bad Request</a:t>
            </a:r>
            <a:r>
              <a:rPr lang="en-US" dirty="0" smtClean="0"/>
              <a:t>: Invalid request.</a:t>
            </a:r>
            <a:endParaRPr lang="en-US" dirty="0" smtClean="0"/>
          </a:p>
          <a:p>
            <a:pPr fontAlgn="base"/>
            <a:r>
              <a:rPr lang="en-US" b="1" dirty="0" smtClean="0"/>
              <a:t>401 Unauthorized</a:t>
            </a:r>
            <a:r>
              <a:rPr lang="en-US" dirty="0" smtClean="0"/>
              <a:t>: Missing or invalid API key.</a:t>
            </a:r>
            <a:endParaRPr lang="en-US" dirty="0" smtClean="0"/>
          </a:p>
          <a:p>
            <a:pPr fontAlgn="base"/>
            <a:r>
              <a:rPr lang="en-US" b="1" dirty="0" smtClean="0"/>
              <a:t>500 Internal Server Error</a:t>
            </a:r>
            <a:r>
              <a:rPr lang="en-US" dirty="0" smtClean="0"/>
              <a:t>: Server encountered an error.</a:t>
            </a:r>
            <a:endParaRPr lang="en-US" dirty="0" smtClean="0"/>
          </a:p>
          <a:p>
            <a:pPr fontAlgn="base"/>
            <a:r>
              <a:rPr lang="en-US" dirty="0" smtClean="0"/>
              <a:t>These codes help in debugging and managing API responses.</a:t>
            </a:r>
            <a:endParaRPr lang="en-US"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FF6E6B"/>
                </a:solidFill>
                <a:latin typeface="Tahoma" panose="020B0604030504040204"/>
                <a:cs typeface="Tahoma" panose="020B0604030504040204"/>
                <a:sym typeface="+mn-ea"/>
              </a:rPr>
              <a:t>Working</a:t>
            </a:r>
            <a:r>
              <a:rPr spc="-204" dirty="0">
                <a:solidFill>
                  <a:srgbClr val="FF6E6B"/>
                </a:solidFill>
                <a:latin typeface="Tahoma" panose="020B0604030504040204"/>
                <a:cs typeface="Tahoma" panose="020B0604030504040204"/>
                <a:sym typeface="+mn-ea"/>
              </a:rPr>
              <a:t> </a:t>
            </a:r>
            <a:r>
              <a:rPr dirty="0">
                <a:solidFill>
                  <a:srgbClr val="FF6E6B"/>
                </a:solidFill>
                <a:latin typeface="Tahoma" panose="020B0604030504040204"/>
                <a:cs typeface="Tahoma" panose="020B0604030504040204"/>
                <a:sym typeface="+mn-ea"/>
              </a:rPr>
              <a:t>with</a:t>
            </a:r>
            <a:r>
              <a:rPr spc="-204" dirty="0">
                <a:solidFill>
                  <a:srgbClr val="FF6E6B"/>
                </a:solidFill>
                <a:latin typeface="Tahoma" panose="020B0604030504040204"/>
                <a:cs typeface="Tahoma" panose="020B0604030504040204"/>
                <a:sym typeface="+mn-ea"/>
              </a:rPr>
              <a:t> </a:t>
            </a:r>
            <a:r>
              <a:rPr dirty="0">
                <a:solidFill>
                  <a:srgbClr val="FF6E6B"/>
                </a:solidFill>
                <a:latin typeface="Tahoma" panose="020B0604030504040204"/>
                <a:cs typeface="Tahoma" panose="020B0604030504040204"/>
                <a:sym typeface="+mn-ea"/>
              </a:rPr>
              <a:t>Cocktail</a:t>
            </a:r>
            <a:r>
              <a:rPr spc="-204" dirty="0">
                <a:solidFill>
                  <a:srgbClr val="FF6E6B"/>
                </a:solidFill>
                <a:latin typeface="Tahoma" panose="020B0604030504040204"/>
                <a:cs typeface="Tahoma" panose="020B0604030504040204"/>
                <a:sym typeface="+mn-ea"/>
              </a:rPr>
              <a:t> </a:t>
            </a:r>
            <a:r>
              <a:rPr spc="-25" dirty="0">
                <a:solidFill>
                  <a:srgbClr val="FF6E6B"/>
                </a:solidFill>
                <a:latin typeface="Tahoma" panose="020B0604030504040204"/>
                <a:cs typeface="Tahoma" panose="020B0604030504040204"/>
                <a:sym typeface="+mn-ea"/>
              </a:rPr>
              <a:t>DB:</a:t>
            </a:r>
            <a:endParaRPr lang="en-US"/>
          </a:p>
        </p:txBody>
      </p:sp>
      <p:sp>
        <p:nvSpPr>
          <p:cNvPr id="3" name="Content Placeholder 2"/>
          <p:cNvSpPr>
            <a:spLocks noGrp="1"/>
          </p:cNvSpPr>
          <p:nvPr>
            <p:ph idx="1"/>
          </p:nvPr>
        </p:nvSpPr>
        <p:spPr/>
        <p:txBody>
          <a:bodyPr/>
          <a:lstStyle/>
          <a:p>
            <a:r>
              <a:rPr lang="en-US" b="1" dirty="0" smtClean="0"/>
              <a:t>An open, crowd-sourced database of drinks and cocktails</a:t>
            </a:r>
            <a:r>
              <a:rPr lang="en-US" dirty="0" smtClean="0"/>
              <a:t> from around the world. We also offer a free cocktail API for anyone wanting to use it.</a:t>
            </a:r>
            <a:endParaRPr lang="en-US" dirty="0" smtClean="0"/>
          </a:p>
          <a:p>
            <a:endParaRPr lang="en-US" dirty="0"/>
          </a:p>
          <a:p>
            <a:pPr>
              <a:lnSpc>
                <a:spcPct val="100000"/>
              </a:lnSpc>
              <a:spcBef>
                <a:spcPts val="1840"/>
              </a:spcBef>
            </a:pPr>
            <a:r>
              <a:rPr u="heavy" spc="-55" dirty="0">
                <a:solidFill>
                  <a:srgbClr val="373737"/>
                </a:solidFill>
                <a:uFill>
                  <a:solidFill>
                    <a:srgbClr val="373737"/>
                  </a:solidFill>
                </a:uFill>
                <a:latin typeface="Tahoma" panose="020B0604030504040204"/>
                <a:cs typeface="Tahoma" panose="020B0604030504040204"/>
                <a:sym typeface="+mn-ea"/>
              </a:rPr>
              <a:t>https:/</a:t>
            </a:r>
            <a:r>
              <a:rPr u="heavy" spc="-55" dirty="0">
                <a:solidFill>
                  <a:srgbClr val="373737"/>
                </a:solidFill>
                <a:uFill>
                  <a:solidFill>
                    <a:srgbClr val="373737"/>
                  </a:solidFill>
                </a:uFill>
                <a:latin typeface="Tahoma" panose="020B0604030504040204"/>
                <a:cs typeface="Tahoma" panose="020B0604030504040204"/>
                <a:sym typeface="+mn-ea"/>
                <a:hlinkClick r:id="rId1"/>
              </a:rPr>
              <a:t>/www.thecocktaildb.com/api.php</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dirty="0">
                <a:solidFill>
                  <a:srgbClr val="FF6E6B"/>
                </a:solidFill>
                <a:latin typeface="Tahoma" panose="020B0604030504040204"/>
                <a:cs typeface="Tahoma" panose="020B0604030504040204"/>
                <a:sym typeface="+mn-ea"/>
              </a:rPr>
              <a:t>Get</a:t>
            </a:r>
            <a:r>
              <a:rPr spc="-100" dirty="0">
                <a:solidFill>
                  <a:srgbClr val="FF6E6B"/>
                </a:solidFill>
                <a:latin typeface="Tahoma" panose="020B0604030504040204"/>
                <a:cs typeface="Tahoma" panose="020B0604030504040204"/>
                <a:sym typeface="+mn-ea"/>
              </a:rPr>
              <a:t> </a:t>
            </a:r>
            <a:r>
              <a:rPr spc="-10" dirty="0">
                <a:solidFill>
                  <a:srgbClr val="FF6E6B"/>
                </a:solidFill>
                <a:latin typeface="Tahoma" panose="020B0604030504040204"/>
                <a:cs typeface="Tahoma" panose="020B0604030504040204"/>
                <a:sym typeface="+mn-ea"/>
              </a:rPr>
              <a:t>Request</a:t>
            </a:r>
            <a:endParaRPr lang="en-US"/>
          </a:p>
        </p:txBody>
      </p:sp>
      <p:sp>
        <p:nvSpPr>
          <p:cNvPr id="3" name="Content Placeholder 2"/>
          <p:cNvSpPr>
            <a:spLocks noGrp="1"/>
          </p:cNvSpPr>
          <p:nvPr>
            <p:ph idx="1"/>
          </p:nvPr>
        </p:nvSpPr>
        <p:spPr/>
        <p:txBody>
          <a:bodyPr/>
          <a:p>
            <a:pPr marL="0" indent="0">
              <a:buNone/>
            </a:pPr>
            <a:r>
              <a:rPr sz="2400" dirty="0">
                <a:solidFill>
                  <a:srgbClr val="0000FF"/>
                </a:solidFill>
                <a:latin typeface="Consolas" panose="020B0609020204030204"/>
                <a:cs typeface="Consolas" panose="020B0609020204030204"/>
                <a:sym typeface="+mn-ea"/>
              </a:rPr>
              <a:t>import</a:t>
            </a:r>
            <a:r>
              <a:rPr sz="2400" spc="-25" dirty="0">
                <a:solidFill>
                  <a:srgbClr val="0000FF"/>
                </a:solidFill>
                <a:latin typeface="Consolas" panose="020B0609020204030204"/>
                <a:cs typeface="Consolas" panose="020B0609020204030204"/>
                <a:sym typeface="+mn-ea"/>
              </a:rPr>
              <a:t> </a:t>
            </a:r>
            <a:r>
              <a:rPr sz="2400" spc="-10" dirty="0">
                <a:solidFill>
                  <a:srgbClr val="6F008A"/>
                </a:solidFill>
                <a:latin typeface="Consolas" panose="020B0609020204030204"/>
                <a:cs typeface="Consolas" panose="020B0609020204030204"/>
                <a:sym typeface="+mn-ea"/>
              </a:rPr>
              <a:t>requests</a:t>
            </a:r>
            <a:endParaRPr sz="2400" spc="-10" dirty="0">
              <a:solidFill>
                <a:srgbClr val="6F008A"/>
              </a:solidFill>
              <a:latin typeface="Consolas" panose="020B0609020204030204"/>
              <a:cs typeface="Consolas" panose="020B0609020204030204"/>
              <a:sym typeface="+mn-ea"/>
            </a:endParaRPr>
          </a:p>
          <a:p>
            <a:pPr marL="0" indent="0">
              <a:lnSpc>
                <a:spcPct val="100000"/>
              </a:lnSpc>
              <a:spcBef>
                <a:spcPts val="100"/>
              </a:spcBef>
              <a:buNone/>
            </a:pPr>
            <a:r>
              <a:rPr sz="2400" dirty="0">
                <a:solidFill>
                  <a:srgbClr val="008000"/>
                </a:solidFill>
                <a:latin typeface="Consolas" panose="020B0609020204030204"/>
                <a:cs typeface="Consolas" panose="020B0609020204030204"/>
                <a:sym typeface="+mn-ea"/>
              </a:rPr>
              <a:t>#</a:t>
            </a:r>
            <a:r>
              <a:rPr sz="2400" spc="-35" dirty="0">
                <a:solidFill>
                  <a:srgbClr val="008000"/>
                </a:solidFill>
                <a:latin typeface="Consolas" panose="020B0609020204030204"/>
                <a:cs typeface="Consolas" panose="020B0609020204030204"/>
                <a:sym typeface="+mn-ea"/>
              </a:rPr>
              <a:t> </a:t>
            </a:r>
            <a:r>
              <a:rPr sz="2400" dirty="0">
                <a:solidFill>
                  <a:srgbClr val="008000"/>
                </a:solidFill>
                <a:latin typeface="Consolas" panose="020B0609020204030204"/>
                <a:cs typeface="Consolas" panose="020B0609020204030204"/>
                <a:sym typeface="+mn-ea"/>
              </a:rPr>
              <a:t>Example:</a:t>
            </a:r>
            <a:r>
              <a:rPr sz="2400" spc="-20" dirty="0">
                <a:solidFill>
                  <a:srgbClr val="008000"/>
                </a:solidFill>
                <a:latin typeface="Consolas" panose="020B0609020204030204"/>
                <a:cs typeface="Consolas" panose="020B0609020204030204"/>
                <a:sym typeface="+mn-ea"/>
              </a:rPr>
              <a:t> </a:t>
            </a:r>
            <a:r>
              <a:rPr sz="2400" dirty="0">
                <a:solidFill>
                  <a:srgbClr val="008000"/>
                </a:solidFill>
                <a:latin typeface="Consolas" panose="020B0609020204030204"/>
                <a:cs typeface="Consolas" panose="020B0609020204030204"/>
                <a:sym typeface="+mn-ea"/>
              </a:rPr>
              <a:t>Get</a:t>
            </a:r>
            <a:r>
              <a:rPr sz="2400" spc="-20" dirty="0">
                <a:solidFill>
                  <a:srgbClr val="008000"/>
                </a:solidFill>
                <a:latin typeface="Consolas" panose="020B0609020204030204"/>
                <a:cs typeface="Consolas" panose="020B0609020204030204"/>
                <a:sym typeface="+mn-ea"/>
              </a:rPr>
              <a:t> </a:t>
            </a:r>
            <a:r>
              <a:rPr sz="2400" dirty="0">
                <a:solidFill>
                  <a:srgbClr val="008000"/>
                </a:solidFill>
                <a:latin typeface="Consolas" panose="020B0609020204030204"/>
                <a:cs typeface="Consolas" panose="020B0609020204030204"/>
                <a:sym typeface="+mn-ea"/>
              </a:rPr>
              <a:t>the</a:t>
            </a:r>
            <a:r>
              <a:rPr sz="2400" spc="-25" dirty="0">
                <a:solidFill>
                  <a:srgbClr val="008000"/>
                </a:solidFill>
                <a:latin typeface="Consolas" panose="020B0609020204030204"/>
                <a:cs typeface="Consolas" panose="020B0609020204030204"/>
                <a:sym typeface="+mn-ea"/>
              </a:rPr>
              <a:t> </a:t>
            </a:r>
            <a:r>
              <a:rPr sz="2400" dirty="0">
                <a:solidFill>
                  <a:srgbClr val="008000"/>
                </a:solidFill>
                <a:latin typeface="Consolas" panose="020B0609020204030204"/>
                <a:cs typeface="Consolas" panose="020B0609020204030204"/>
                <a:sym typeface="+mn-ea"/>
              </a:rPr>
              <a:t>details</a:t>
            </a:r>
            <a:r>
              <a:rPr sz="2400" spc="-20" dirty="0">
                <a:solidFill>
                  <a:srgbClr val="008000"/>
                </a:solidFill>
                <a:latin typeface="Consolas" panose="020B0609020204030204"/>
                <a:cs typeface="Consolas" panose="020B0609020204030204"/>
                <a:sym typeface="+mn-ea"/>
              </a:rPr>
              <a:t> </a:t>
            </a:r>
            <a:r>
              <a:rPr sz="2400" dirty="0">
                <a:solidFill>
                  <a:srgbClr val="008000"/>
                </a:solidFill>
                <a:latin typeface="Consolas" panose="020B0609020204030204"/>
                <a:cs typeface="Consolas" panose="020B0609020204030204"/>
                <a:sym typeface="+mn-ea"/>
              </a:rPr>
              <a:t>of</a:t>
            </a:r>
            <a:r>
              <a:rPr sz="2400" spc="-20" dirty="0">
                <a:solidFill>
                  <a:srgbClr val="008000"/>
                </a:solidFill>
                <a:latin typeface="Consolas" panose="020B0609020204030204"/>
                <a:cs typeface="Consolas" panose="020B0609020204030204"/>
                <a:sym typeface="+mn-ea"/>
              </a:rPr>
              <a:t> </a:t>
            </a:r>
            <a:r>
              <a:rPr sz="2400" dirty="0">
                <a:solidFill>
                  <a:srgbClr val="008000"/>
                </a:solidFill>
                <a:latin typeface="Consolas" panose="020B0609020204030204"/>
                <a:cs typeface="Consolas" panose="020B0609020204030204"/>
                <a:sym typeface="+mn-ea"/>
              </a:rPr>
              <a:t>a</a:t>
            </a:r>
            <a:r>
              <a:rPr sz="2400" spc="-25" dirty="0">
                <a:solidFill>
                  <a:srgbClr val="008000"/>
                </a:solidFill>
                <a:latin typeface="Consolas" panose="020B0609020204030204"/>
                <a:cs typeface="Consolas" panose="020B0609020204030204"/>
                <a:sym typeface="+mn-ea"/>
              </a:rPr>
              <a:t> </a:t>
            </a:r>
            <a:r>
              <a:rPr sz="2400" dirty="0">
                <a:solidFill>
                  <a:srgbClr val="008000"/>
                </a:solidFill>
                <a:latin typeface="Consolas" panose="020B0609020204030204"/>
                <a:cs typeface="Consolas" panose="020B0609020204030204"/>
                <a:sym typeface="+mn-ea"/>
              </a:rPr>
              <a:t>specific</a:t>
            </a:r>
            <a:r>
              <a:rPr sz="2400" spc="-20" dirty="0">
                <a:solidFill>
                  <a:srgbClr val="008000"/>
                </a:solidFill>
                <a:latin typeface="Consolas" panose="020B0609020204030204"/>
                <a:cs typeface="Consolas" panose="020B0609020204030204"/>
                <a:sym typeface="+mn-ea"/>
              </a:rPr>
              <a:t> </a:t>
            </a:r>
            <a:r>
              <a:rPr sz="2400" dirty="0">
                <a:solidFill>
                  <a:srgbClr val="008000"/>
                </a:solidFill>
                <a:latin typeface="Consolas" panose="020B0609020204030204"/>
                <a:cs typeface="Consolas" panose="020B0609020204030204"/>
                <a:sym typeface="+mn-ea"/>
              </a:rPr>
              <a:t>cocktail</a:t>
            </a:r>
            <a:r>
              <a:rPr sz="2400" spc="-20" dirty="0">
                <a:solidFill>
                  <a:srgbClr val="008000"/>
                </a:solidFill>
                <a:latin typeface="Consolas" panose="020B0609020204030204"/>
                <a:cs typeface="Consolas" panose="020B0609020204030204"/>
                <a:sym typeface="+mn-ea"/>
              </a:rPr>
              <a:t> </a:t>
            </a:r>
            <a:r>
              <a:rPr sz="2400" dirty="0">
                <a:solidFill>
                  <a:srgbClr val="008000"/>
                </a:solidFill>
                <a:latin typeface="Consolas" panose="020B0609020204030204"/>
                <a:cs typeface="Consolas" panose="020B0609020204030204"/>
                <a:sym typeface="+mn-ea"/>
              </a:rPr>
              <a:t>by</a:t>
            </a:r>
            <a:r>
              <a:rPr sz="2400" spc="-20" dirty="0">
                <a:solidFill>
                  <a:srgbClr val="008000"/>
                </a:solidFill>
                <a:latin typeface="Consolas" panose="020B0609020204030204"/>
                <a:cs typeface="Consolas" panose="020B0609020204030204"/>
                <a:sym typeface="+mn-ea"/>
              </a:rPr>
              <a:t> </a:t>
            </a:r>
            <a:r>
              <a:rPr sz="2400" spc="-25" dirty="0">
                <a:solidFill>
                  <a:srgbClr val="008000"/>
                </a:solidFill>
                <a:latin typeface="Consolas" panose="020B0609020204030204"/>
                <a:cs typeface="Consolas" panose="020B0609020204030204"/>
                <a:sym typeface="+mn-ea"/>
              </a:rPr>
              <a:t>ID</a:t>
            </a:r>
            <a:endParaRPr sz="2400">
              <a:latin typeface="Consolas" panose="020B0609020204030204"/>
              <a:cs typeface="Consolas" panose="020B0609020204030204"/>
            </a:endParaRPr>
          </a:p>
          <a:p>
            <a:pPr marL="0" indent="0">
              <a:lnSpc>
                <a:spcPct val="100000"/>
              </a:lnSpc>
              <a:spcBef>
                <a:spcPts val="155"/>
              </a:spcBef>
              <a:buNone/>
            </a:pPr>
            <a:r>
              <a:rPr sz="2400" dirty="0">
                <a:latin typeface="Consolas" panose="020B0609020204030204"/>
                <a:cs typeface="Consolas" panose="020B0609020204030204"/>
                <a:sym typeface="+mn-ea"/>
              </a:rPr>
              <a:t>cocktail_id</a:t>
            </a:r>
            <a:r>
              <a:rPr sz="2400" spc="-30" dirty="0">
                <a:latin typeface="Consolas" panose="020B0609020204030204"/>
                <a:cs typeface="Consolas" panose="020B0609020204030204"/>
                <a:sym typeface="+mn-ea"/>
              </a:rPr>
              <a:t> </a:t>
            </a:r>
            <a:r>
              <a:rPr sz="2400" dirty="0">
                <a:latin typeface="Consolas" panose="020B0609020204030204"/>
                <a:cs typeface="Consolas" panose="020B0609020204030204"/>
                <a:sym typeface="+mn-ea"/>
              </a:rPr>
              <a:t>=</a:t>
            </a:r>
            <a:r>
              <a:rPr sz="2400" spc="-15" dirty="0">
                <a:latin typeface="Consolas" panose="020B0609020204030204"/>
                <a:cs typeface="Consolas" panose="020B0609020204030204"/>
                <a:sym typeface="+mn-ea"/>
              </a:rPr>
              <a:t> </a:t>
            </a:r>
            <a:r>
              <a:rPr sz="2400" spc="-10" dirty="0">
                <a:solidFill>
                  <a:srgbClr val="A31414"/>
                </a:solidFill>
                <a:latin typeface="Consolas" panose="020B0609020204030204"/>
                <a:cs typeface="Consolas" panose="020B0609020204030204"/>
                <a:sym typeface="+mn-ea"/>
              </a:rPr>
              <a:t>"11007"</a:t>
            </a:r>
            <a:endParaRPr sz="2400" spc="-10" dirty="0">
              <a:solidFill>
                <a:srgbClr val="A31414"/>
              </a:solidFill>
              <a:latin typeface="Consolas" panose="020B0609020204030204"/>
              <a:cs typeface="Consolas" panose="020B0609020204030204"/>
              <a:sym typeface="+mn-ea"/>
            </a:endParaRPr>
          </a:p>
          <a:p>
            <a:pPr marL="0" indent="0">
              <a:lnSpc>
                <a:spcPct val="100000"/>
              </a:lnSpc>
              <a:spcBef>
                <a:spcPts val="155"/>
              </a:spcBef>
              <a:buNone/>
            </a:pPr>
            <a:r>
              <a:rPr sz="2400" dirty="0">
                <a:latin typeface="Consolas" panose="020B0609020204030204"/>
                <a:cs typeface="Consolas" panose="020B0609020204030204"/>
                <a:sym typeface="+mn-ea"/>
              </a:rPr>
              <a:t>url</a:t>
            </a:r>
            <a:r>
              <a:rPr sz="2400" spc="-20" dirty="0">
                <a:latin typeface="Consolas" panose="020B0609020204030204"/>
                <a:cs typeface="Consolas" panose="020B0609020204030204"/>
                <a:sym typeface="+mn-ea"/>
              </a:rPr>
              <a:t> </a:t>
            </a:r>
            <a:r>
              <a:rPr sz="2400" dirty="0">
                <a:latin typeface="Consolas" panose="020B0609020204030204"/>
                <a:cs typeface="Consolas" panose="020B0609020204030204"/>
                <a:sym typeface="+mn-ea"/>
              </a:rPr>
              <a:t>=</a:t>
            </a:r>
            <a:r>
              <a:rPr sz="2400" spc="-5" dirty="0">
                <a:latin typeface="Consolas" panose="020B0609020204030204"/>
                <a:cs typeface="Consolas" panose="020B0609020204030204"/>
                <a:sym typeface="+mn-ea"/>
              </a:rPr>
              <a:t> </a:t>
            </a:r>
            <a:r>
              <a:rPr sz="2400" spc="-10" dirty="0">
                <a:solidFill>
                  <a:srgbClr val="A31414"/>
                </a:solidFill>
                <a:latin typeface="Consolas" panose="020B0609020204030204"/>
                <a:cs typeface="Consolas" panose="020B0609020204030204"/>
                <a:sym typeface="+mn-ea"/>
                <a:hlinkClick r:id="rId1"/>
              </a:rPr>
              <a:t>f"https://www.thecocktaildb.com/api/json/v1/1/lookup.php?i={cocktail_id}"</a:t>
            </a:r>
            <a:r>
              <a:rPr sz="2400" spc="-10" dirty="0">
                <a:solidFill>
                  <a:srgbClr val="A31414"/>
                </a:solidFill>
                <a:latin typeface="Consolas" panose="020B0609020204030204"/>
                <a:cs typeface="Consolas" panose="020B0609020204030204"/>
                <a:sym typeface="+mn-ea"/>
              </a:rPr>
              <a:t> </a:t>
            </a:r>
            <a:r>
              <a:rPr sz="2400" dirty="0">
                <a:latin typeface="Consolas" panose="020B0609020204030204"/>
                <a:cs typeface="Consolas" panose="020B0609020204030204"/>
                <a:sym typeface="+mn-ea"/>
              </a:rPr>
              <a:t>response</a:t>
            </a:r>
            <a:r>
              <a:rPr sz="2400" spc="-25" dirty="0">
                <a:latin typeface="Consolas" panose="020B0609020204030204"/>
                <a:cs typeface="Consolas" panose="020B0609020204030204"/>
                <a:sym typeface="+mn-ea"/>
              </a:rPr>
              <a:t> </a:t>
            </a:r>
            <a:r>
              <a:rPr sz="2400" dirty="0">
                <a:latin typeface="Consolas" panose="020B0609020204030204"/>
                <a:cs typeface="Consolas" panose="020B0609020204030204"/>
                <a:sym typeface="+mn-ea"/>
              </a:rPr>
              <a:t>=</a:t>
            </a:r>
            <a:r>
              <a:rPr sz="2400" spc="-10" dirty="0">
                <a:latin typeface="Consolas" panose="020B0609020204030204"/>
                <a:cs typeface="Consolas" panose="020B0609020204030204"/>
                <a:sym typeface="+mn-ea"/>
              </a:rPr>
              <a:t> </a:t>
            </a:r>
            <a:r>
              <a:rPr sz="2400" spc="-10" dirty="0">
                <a:solidFill>
                  <a:srgbClr val="6F008A"/>
                </a:solidFill>
                <a:latin typeface="Consolas" panose="020B0609020204030204"/>
                <a:cs typeface="Consolas" panose="020B0609020204030204"/>
                <a:sym typeface="+mn-ea"/>
              </a:rPr>
              <a:t>requests</a:t>
            </a:r>
            <a:r>
              <a:rPr sz="2400" spc="-10" dirty="0">
                <a:latin typeface="Consolas" panose="020B0609020204030204"/>
                <a:cs typeface="Consolas" panose="020B0609020204030204"/>
                <a:sym typeface="+mn-ea"/>
              </a:rPr>
              <a:t>.get(url)</a:t>
            </a:r>
            <a:endParaRPr sz="2400" spc="-10" dirty="0">
              <a:latin typeface="Consolas" panose="020B0609020204030204"/>
              <a:cs typeface="Consolas" panose="020B0609020204030204"/>
              <a:sym typeface="+mn-ea"/>
            </a:endParaRPr>
          </a:p>
          <a:p>
            <a:pPr marL="0" indent="0">
              <a:lnSpc>
                <a:spcPct val="100000"/>
              </a:lnSpc>
              <a:spcBef>
                <a:spcPts val="155"/>
              </a:spcBef>
              <a:buNone/>
            </a:pPr>
            <a:r>
              <a:rPr sz="2400" dirty="0">
                <a:latin typeface="Consolas" panose="020B0609020204030204"/>
                <a:cs typeface="Consolas" panose="020B0609020204030204"/>
                <a:sym typeface="+mn-ea"/>
              </a:rPr>
              <a:t>data</a:t>
            </a:r>
            <a:r>
              <a:rPr sz="2400" spc="-15" dirty="0">
                <a:latin typeface="Consolas" panose="020B0609020204030204"/>
                <a:cs typeface="Consolas" panose="020B0609020204030204"/>
                <a:sym typeface="+mn-ea"/>
              </a:rPr>
              <a:t> </a:t>
            </a:r>
            <a:r>
              <a:rPr sz="2400" dirty="0">
                <a:latin typeface="Consolas" panose="020B0609020204030204"/>
                <a:cs typeface="Consolas" panose="020B0609020204030204"/>
                <a:sym typeface="+mn-ea"/>
              </a:rPr>
              <a:t>=</a:t>
            </a:r>
            <a:r>
              <a:rPr sz="2400" spc="-10" dirty="0">
                <a:latin typeface="Consolas" panose="020B0609020204030204"/>
                <a:cs typeface="Consolas" panose="020B0609020204030204"/>
                <a:sym typeface="+mn-ea"/>
              </a:rPr>
              <a:t> response.json()</a:t>
            </a:r>
            <a:endParaRPr sz="2400" spc="-10" dirty="0">
              <a:latin typeface="Consolas" panose="020B0609020204030204"/>
              <a:cs typeface="Consolas" panose="020B0609020204030204"/>
              <a:sym typeface="+mn-ea"/>
            </a:endParaRPr>
          </a:p>
          <a:p>
            <a:pPr marL="0" indent="0">
              <a:lnSpc>
                <a:spcPct val="100000"/>
              </a:lnSpc>
              <a:spcBef>
                <a:spcPts val="155"/>
              </a:spcBef>
              <a:buNone/>
            </a:pPr>
            <a:r>
              <a:rPr sz="2400" spc="-10" dirty="0">
                <a:latin typeface="Consolas" panose="020B0609020204030204"/>
                <a:cs typeface="Consolas" panose="020B0609020204030204"/>
                <a:sym typeface="+mn-ea"/>
              </a:rPr>
              <a:t> print(data)</a:t>
            </a:r>
            <a:endParaRPr sz="2400">
              <a:latin typeface="Consolas" panose="020B0609020204030204"/>
              <a:cs typeface="Consolas" panose="020B0609020204030204"/>
            </a:endParaRPr>
          </a:p>
          <a:p>
            <a:pPr marL="0" indent="0">
              <a:buNone/>
            </a:pPr>
            <a:endParaRPr 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6574" y="1335174"/>
            <a:ext cx="1644014" cy="566420"/>
          </a:xfrm>
          <a:prstGeom prst="rect">
            <a:avLst/>
          </a:prstGeom>
        </p:spPr>
        <p:txBody>
          <a:bodyPr vert="horz" wrap="square" lIns="0" tIns="12700" rIns="0" bIns="0" rtlCol="0">
            <a:spAutoFit/>
          </a:bodyPr>
          <a:lstStyle/>
          <a:p>
            <a:pPr marL="12700">
              <a:lnSpc>
                <a:spcPct val="100000"/>
              </a:lnSpc>
              <a:spcBef>
                <a:spcPts val="100"/>
              </a:spcBef>
            </a:pPr>
            <a:r>
              <a:rPr spc="-200" dirty="0"/>
              <a:t>Exercise</a:t>
            </a:r>
            <a:endParaRPr spc="-200" dirty="0"/>
          </a:p>
        </p:txBody>
      </p:sp>
      <p:sp>
        <p:nvSpPr>
          <p:cNvPr id="3" name="object 3"/>
          <p:cNvSpPr/>
          <p:nvPr/>
        </p:nvSpPr>
        <p:spPr>
          <a:xfrm>
            <a:off x="4145175" y="857250"/>
            <a:ext cx="5725160" cy="4959350"/>
          </a:xfrm>
          <a:custGeom>
            <a:avLst/>
            <a:gdLst/>
            <a:ahLst/>
            <a:cxnLst/>
            <a:rect l="l" t="t" r="r" b="b"/>
            <a:pathLst>
              <a:path w="5725159" h="4959350">
                <a:moveTo>
                  <a:pt x="0" y="826516"/>
                </a:moveTo>
                <a:lnTo>
                  <a:pt x="1403" y="777952"/>
                </a:lnTo>
                <a:lnTo>
                  <a:pt x="5560" y="730127"/>
                </a:lnTo>
                <a:lnTo>
                  <a:pt x="12395" y="683118"/>
                </a:lnTo>
                <a:lnTo>
                  <a:pt x="21828" y="637003"/>
                </a:lnTo>
                <a:lnTo>
                  <a:pt x="33784" y="591860"/>
                </a:lnTo>
                <a:lnTo>
                  <a:pt x="48184" y="547766"/>
                </a:lnTo>
                <a:lnTo>
                  <a:pt x="64951" y="504798"/>
                </a:lnTo>
                <a:lnTo>
                  <a:pt x="84008" y="463035"/>
                </a:lnTo>
                <a:lnTo>
                  <a:pt x="105276" y="422553"/>
                </a:lnTo>
                <a:lnTo>
                  <a:pt x="128678" y="383430"/>
                </a:lnTo>
                <a:lnTo>
                  <a:pt x="154137" y="345744"/>
                </a:lnTo>
                <a:lnTo>
                  <a:pt x="181576" y="309572"/>
                </a:lnTo>
                <a:lnTo>
                  <a:pt x="210916" y="274992"/>
                </a:lnTo>
                <a:lnTo>
                  <a:pt x="242081" y="242081"/>
                </a:lnTo>
                <a:lnTo>
                  <a:pt x="274992" y="210916"/>
                </a:lnTo>
                <a:lnTo>
                  <a:pt x="309572" y="181576"/>
                </a:lnTo>
                <a:lnTo>
                  <a:pt x="345744" y="154137"/>
                </a:lnTo>
                <a:lnTo>
                  <a:pt x="383430" y="128678"/>
                </a:lnTo>
                <a:lnTo>
                  <a:pt x="422553" y="105276"/>
                </a:lnTo>
                <a:lnTo>
                  <a:pt x="463035" y="84008"/>
                </a:lnTo>
                <a:lnTo>
                  <a:pt x="504799" y="64951"/>
                </a:lnTo>
                <a:lnTo>
                  <a:pt x="547766" y="48184"/>
                </a:lnTo>
                <a:lnTo>
                  <a:pt x="591860" y="33784"/>
                </a:lnTo>
                <a:lnTo>
                  <a:pt x="637003" y="21828"/>
                </a:lnTo>
                <a:lnTo>
                  <a:pt x="683118" y="12395"/>
                </a:lnTo>
                <a:lnTo>
                  <a:pt x="730127" y="5560"/>
                </a:lnTo>
                <a:lnTo>
                  <a:pt x="777952" y="1403"/>
                </a:lnTo>
                <a:lnTo>
                  <a:pt x="826516" y="0"/>
                </a:lnTo>
                <a:lnTo>
                  <a:pt x="4898083" y="0"/>
                </a:lnTo>
                <a:lnTo>
                  <a:pt x="4948488" y="1537"/>
                </a:lnTo>
                <a:lnTo>
                  <a:pt x="4998449" y="6113"/>
                </a:lnTo>
                <a:lnTo>
                  <a:pt x="5047838" y="13676"/>
                </a:lnTo>
                <a:lnTo>
                  <a:pt x="5096530" y="24174"/>
                </a:lnTo>
                <a:lnTo>
                  <a:pt x="5144397" y="37554"/>
                </a:lnTo>
                <a:lnTo>
                  <a:pt x="5191314" y="53764"/>
                </a:lnTo>
                <a:lnTo>
                  <a:pt x="5237155" y="72752"/>
                </a:lnTo>
                <a:lnTo>
                  <a:pt x="5281793" y="94465"/>
                </a:lnTo>
                <a:lnTo>
                  <a:pt x="5325102" y="118852"/>
                </a:lnTo>
                <a:lnTo>
                  <a:pt x="5366955" y="145859"/>
                </a:lnTo>
                <a:lnTo>
                  <a:pt x="5407226" y="175434"/>
                </a:lnTo>
                <a:lnTo>
                  <a:pt x="5445789" y="207525"/>
                </a:lnTo>
                <a:lnTo>
                  <a:pt x="5482518" y="242081"/>
                </a:lnTo>
                <a:lnTo>
                  <a:pt x="5517074" y="278810"/>
                </a:lnTo>
                <a:lnTo>
                  <a:pt x="5549165" y="317373"/>
                </a:lnTo>
                <a:lnTo>
                  <a:pt x="5578740" y="357644"/>
                </a:lnTo>
                <a:lnTo>
                  <a:pt x="5605747" y="399497"/>
                </a:lnTo>
                <a:lnTo>
                  <a:pt x="5630134" y="442806"/>
                </a:lnTo>
                <a:lnTo>
                  <a:pt x="5651847" y="487444"/>
                </a:lnTo>
                <a:lnTo>
                  <a:pt x="5670835" y="533285"/>
                </a:lnTo>
                <a:lnTo>
                  <a:pt x="5687045" y="580202"/>
                </a:lnTo>
                <a:lnTo>
                  <a:pt x="5700425" y="628069"/>
                </a:lnTo>
                <a:lnTo>
                  <a:pt x="5710923" y="676761"/>
                </a:lnTo>
                <a:lnTo>
                  <a:pt x="5718486" y="726150"/>
                </a:lnTo>
                <a:lnTo>
                  <a:pt x="5723062" y="776110"/>
                </a:lnTo>
                <a:lnTo>
                  <a:pt x="5724599" y="826516"/>
                </a:lnTo>
                <a:lnTo>
                  <a:pt x="5724599" y="4132483"/>
                </a:lnTo>
                <a:lnTo>
                  <a:pt x="5723196" y="4181047"/>
                </a:lnTo>
                <a:lnTo>
                  <a:pt x="5719039" y="4228872"/>
                </a:lnTo>
                <a:lnTo>
                  <a:pt x="5712204" y="4275881"/>
                </a:lnTo>
                <a:lnTo>
                  <a:pt x="5702771" y="4321996"/>
                </a:lnTo>
                <a:lnTo>
                  <a:pt x="5690815" y="4367139"/>
                </a:lnTo>
                <a:lnTo>
                  <a:pt x="5676415" y="4411233"/>
                </a:lnTo>
                <a:lnTo>
                  <a:pt x="5659648" y="4454200"/>
                </a:lnTo>
                <a:lnTo>
                  <a:pt x="5640591" y="4495964"/>
                </a:lnTo>
                <a:lnTo>
                  <a:pt x="5619323" y="4536446"/>
                </a:lnTo>
                <a:lnTo>
                  <a:pt x="5595921" y="4575569"/>
                </a:lnTo>
                <a:lnTo>
                  <a:pt x="5570462" y="4613255"/>
                </a:lnTo>
                <a:lnTo>
                  <a:pt x="5543023" y="4649427"/>
                </a:lnTo>
                <a:lnTo>
                  <a:pt x="5513683" y="4684007"/>
                </a:lnTo>
                <a:lnTo>
                  <a:pt x="5482519" y="4716918"/>
                </a:lnTo>
                <a:lnTo>
                  <a:pt x="5449607" y="4748083"/>
                </a:lnTo>
                <a:lnTo>
                  <a:pt x="5415027" y="4777423"/>
                </a:lnTo>
                <a:lnTo>
                  <a:pt x="5378855" y="4804862"/>
                </a:lnTo>
                <a:lnTo>
                  <a:pt x="5341169" y="4830321"/>
                </a:lnTo>
                <a:lnTo>
                  <a:pt x="5302046" y="4853723"/>
                </a:lnTo>
                <a:lnTo>
                  <a:pt x="5261564" y="4874991"/>
                </a:lnTo>
                <a:lnTo>
                  <a:pt x="5219801" y="4894048"/>
                </a:lnTo>
                <a:lnTo>
                  <a:pt x="5176833" y="4910815"/>
                </a:lnTo>
                <a:lnTo>
                  <a:pt x="5132739" y="4925215"/>
                </a:lnTo>
                <a:lnTo>
                  <a:pt x="5087596" y="4937171"/>
                </a:lnTo>
                <a:lnTo>
                  <a:pt x="5041481" y="4946604"/>
                </a:lnTo>
                <a:lnTo>
                  <a:pt x="4994472" y="4953439"/>
                </a:lnTo>
                <a:lnTo>
                  <a:pt x="4946647" y="4957596"/>
                </a:lnTo>
                <a:lnTo>
                  <a:pt x="4898083" y="4958999"/>
                </a:lnTo>
                <a:lnTo>
                  <a:pt x="826516" y="4958999"/>
                </a:lnTo>
                <a:lnTo>
                  <a:pt x="777952" y="4957596"/>
                </a:lnTo>
                <a:lnTo>
                  <a:pt x="730127" y="4953439"/>
                </a:lnTo>
                <a:lnTo>
                  <a:pt x="683118" y="4946604"/>
                </a:lnTo>
                <a:lnTo>
                  <a:pt x="637003" y="4937171"/>
                </a:lnTo>
                <a:lnTo>
                  <a:pt x="591860" y="4925215"/>
                </a:lnTo>
                <a:lnTo>
                  <a:pt x="547766" y="4910815"/>
                </a:lnTo>
                <a:lnTo>
                  <a:pt x="504799" y="4894048"/>
                </a:lnTo>
                <a:lnTo>
                  <a:pt x="463035" y="4874991"/>
                </a:lnTo>
                <a:lnTo>
                  <a:pt x="422553" y="4853723"/>
                </a:lnTo>
                <a:lnTo>
                  <a:pt x="383430" y="4830321"/>
                </a:lnTo>
                <a:lnTo>
                  <a:pt x="345744" y="4804862"/>
                </a:lnTo>
                <a:lnTo>
                  <a:pt x="309572" y="4777423"/>
                </a:lnTo>
                <a:lnTo>
                  <a:pt x="274992" y="4748083"/>
                </a:lnTo>
                <a:lnTo>
                  <a:pt x="242081" y="4716918"/>
                </a:lnTo>
                <a:lnTo>
                  <a:pt x="210916" y="4684007"/>
                </a:lnTo>
                <a:lnTo>
                  <a:pt x="181576" y="4649427"/>
                </a:lnTo>
                <a:lnTo>
                  <a:pt x="154137" y="4613255"/>
                </a:lnTo>
                <a:lnTo>
                  <a:pt x="128678" y="4575569"/>
                </a:lnTo>
                <a:lnTo>
                  <a:pt x="105276" y="4536446"/>
                </a:lnTo>
                <a:lnTo>
                  <a:pt x="84008" y="4495964"/>
                </a:lnTo>
                <a:lnTo>
                  <a:pt x="64951" y="4454200"/>
                </a:lnTo>
                <a:lnTo>
                  <a:pt x="48184" y="4411233"/>
                </a:lnTo>
                <a:lnTo>
                  <a:pt x="33784" y="4367139"/>
                </a:lnTo>
                <a:lnTo>
                  <a:pt x="21828" y="4321996"/>
                </a:lnTo>
                <a:lnTo>
                  <a:pt x="12395" y="4275881"/>
                </a:lnTo>
                <a:lnTo>
                  <a:pt x="5560" y="4228872"/>
                </a:lnTo>
                <a:lnTo>
                  <a:pt x="1403" y="4181047"/>
                </a:lnTo>
                <a:lnTo>
                  <a:pt x="0" y="4132483"/>
                </a:lnTo>
                <a:lnTo>
                  <a:pt x="0" y="826516"/>
                </a:lnTo>
                <a:close/>
              </a:path>
            </a:pathLst>
          </a:custGeom>
          <a:ln w="9524">
            <a:solidFill>
              <a:srgbClr val="0D66EB"/>
            </a:solidFill>
          </a:ln>
        </p:spPr>
        <p:txBody>
          <a:bodyPr wrap="square" lIns="0" tIns="0" rIns="0" bIns="0" rtlCol="0"/>
          <a:lstStyle/>
          <a:p/>
        </p:txBody>
      </p:sp>
      <p:sp>
        <p:nvSpPr>
          <p:cNvPr id="4" name="object 4"/>
          <p:cNvSpPr txBox="1"/>
          <p:nvPr/>
        </p:nvSpPr>
        <p:spPr>
          <a:xfrm>
            <a:off x="4460278" y="1492900"/>
            <a:ext cx="1019810" cy="158750"/>
          </a:xfrm>
          <a:prstGeom prst="rect">
            <a:avLst/>
          </a:prstGeom>
        </p:spPr>
        <p:txBody>
          <a:bodyPr vert="horz" wrap="square" lIns="0" tIns="12700" rIns="0" bIns="0" rtlCol="0">
            <a:spAutoFit/>
          </a:bodyPr>
          <a:lstStyle/>
          <a:p>
            <a:pPr marL="12700">
              <a:lnSpc>
                <a:spcPct val="100000"/>
              </a:lnSpc>
              <a:spcBef>
                <a:spcPts val="100"/>
              </a:spcBef>
            </a:pPr>
            <a:r>
              <a:rPr sz="950" dirty="0">
                <a:solidFill>
                  <a:srgbClr val="0000FF"/>
                </a:solidFill>
                <a:latin typeface="Consolas" panose="020B0609020204030204"/>
                <a:cs typeface="Consolas" panose="020B0609020204030204"/>
              </a:rPr>
              <a:t>import</a:t>
            </a:r>
            <a:r>
              <a:rPr sz="950" spc="-60" dirty="0">
                <a:solidFill>
                  <a:srgbClr val="0000FF"/>
                </a:solidFill>
                <a:latin typeface="Consolas" panose="020B0609020204030204"/>
                <a:cs typeface="Consolas" panose="020B0609020204030204"/>
              </a:rPr>
              <a:t> </a:t>
            </a:r>
            <a:r>
              <a:rPr sz="950" spc="-10" dirty="0">
                <a:solidFill>
                  <a:srgbClr val="6F008A"/>
                </a:solidFill>
                <a:latin typeface="Consolas" panose="020B0609020204030204"/>
                <a:cs typeface="Consolas" panose="020B0609020204030204"/>
              </a:rPr>
              <a:t>requests</a:t>
            </a:r>
            <a:endParaRPr sz="950">
              <a:latin typeface="Consolas" panose="020B0609020204030204"/>
              <a:cs typeface="Consolas" panose="020B0609020204030204"/>
            </a:endParaRPr>
          </a:p>
        </p:txBody>
      </p:sp>
      <p:sp>
        <p:nvSpPr>
          <p:cNvPr id="5" name="object 5"/>
          <p:cNvSpPr txBox="1"/>
          <p:nvPr/>
        </p:nvSpPr>
        <p:spPr>
          <a:xfrm>
            <a:off x="4460278" y="1811797"/>
            <a:ext cx="4198620" cy="3379470"/>
          </a:xfrm>
          <a:prstGeom prst="rect">
            <a:avLst/>
          </a:prstGeom>
        </p:spPr>
        <p:txBody>
          <a:bodyPr vert="horz" wrap="square" lIns="0" tIns="12700" rIns="0" bIns="0" rtlCol="0">
            <a:spAutoFit/>
          </a:bodyPr>
          <a:lstStyle/>
          <a:p>
            <a:pPr marL="12700">
              <a:lnSpc>
                <a:spcPct val="100000"/>
              </a:lnSpc>
              <a:spcBef>
                <a:spcPts val="100"/>
              </a:spcBef>
            </a:pPr>
            <a:r>
              <a:rPr sz="950" dirty="0">
                <a:solidFill>
                  <a:srgbClr val="0000FF"/>
                </a:solidFill>
                <a:latin typeface="Consolas" panose="020B0609020204030204"/>
                <a:cs typeface="Consolas" panose="020B0609020204030204"/>
              </a:rPr>
              <a:t>import</a:t>
            </a:r>
            <a:r>
              <a:rPr sz="950" spc="-60" dirty="0">
                <a:solidFill>
                  <a:srgbClr val="0000FF"/>
                </a:solidFill>
                <a:latin typeface="Consolas" panose="020B0609020204030204"/>
                <a:cs typeface="Consolas" panose="020B0609020204030204"/>
              </a:rPr>
              <a:t> </a:t>
            </a:r>
            <a:r>
              <a:rPr sz="950" spc="-20" dirty="0">
                <a:solidFill>
                  <a:srgbClr val="6F008A"/>
                </a:solidFill>
                <a:latin typeface="Consolas" panose="020B0609020204030204"/>
                <a:cs typeface="Consolas" panose="020B0609020204030204"/>
              </a:rPr>
              <a:t>json</a:t>
            </a:r>
            <a:endParaRPr sz="950">
              <a:latin typeface="Consolas" panose="020B0609020204030204"/>
              <a:cs typeface="Consolas" panose="020B0609020204030204"/>
            </a:endParaRPr>
          </a:p>
          <a:p>
            <a:pPr marL="12700" marR="5080">
              <a:lnSpc>
                <a:spcPct val="220000"/>
              </a:lnSpc>
            </a:pPr>
            <a:r>
              <a:rPr sz="950" dirty="0">
                <a:latin typeface="Consolas" panose="020B0609020204030204"/>
                <a:cs typeface="Consolas" panose="020B0609020204030204"/>
              </a:rPr>
              <a:t>url</a:t>
            </a:r>
            <a:r>
              <a:rPr sz="950" spc="-25" dirty="0">
                <a:latin typeface="Consolas" panose="020B0609020204030204"/>
                <a:cs typeface="Consolas" panose="020B0609020204030204"/>
              </a:rPr>
              <a:t> </a:t>
            </a:r>
            <a:r>
              <a:rPr sz="950" dirty="0">
                <a:latin typeface="Consolas" panose="020B0609020204030204"/>
                <a:cs typeface="Consolas" panose="020B0609020204030204"/>
              </a:rPr>
              <a:t>=</a:t>
            </a:r>
            <a:r>
              <a:rPr sz="950" spc="-15" dirty="0">
                <a:latin typeface="Consolas" panose="020B0609020204030204"/>
                <a:cs typeface="Consolas" panose="020B0609020204030204"/>
              </a:rPr>
              <a:t> </a:t>
            </a:r>
            <a:r>
              <a:rPr sz="950" spc="-10" dirty="0">
                <a:solidFill>
                  <a:srgbClr val="A31414"/>
                </a:solidFill>
                <a:latin typeface="Consolas" panose="020B0609020204030204"/>
                <a:cs typeface="Consolas" panose="020B0609020204030204"/>
                <a:hlinkClick r:id="rId1"/>
              </a:rPr>
              <a:t>f"https://www.thecocktaildb.com/api/json/v1/1/random.php"</a:t>
            </a:r>
            <a:r>
              <a:rPr sz="950" spc="-10" dirty="0">
                <a:solidFill>
                  <a:srgbClr val="A31414"/>
                </a:solidFill>
                <a:latin typeface="Consolas" panose="020B0609020204030204"/>
                <a:cs typeface="Consolas" panose="020B0609020204030204"/>
              </a:rPr>
              <a:t> </a:t>
            </a:r>
            <a:r>
              <a:rPr sz="950" dirty="0">
                <a:latin typeface="Consolas" panose="020B0609020204030204"/>
                <a:cs typeface="Consolas" panose="020B0609020204030204"/>
              </a:rPr>
              <a:t>response</a:t>
            </a:r>
            <a:r>
              <a:rPr sz="950" spc="-50" dirty="0">
                <a:latin typeface="Consolas" panose="020B0609020204030204"/>
                <a:cs typeface="Consolas" panose="020B0609020204030204"/>
              </a:rPr>
              <a:t> </a:t>
            </a:r>
            <a:r>
              <a:rPr sz="950" dirty="0">
                <a:latin typeface="Consolas" panose="020B0609020204030204"/>
                <a:cs typeface="Consolas" panose="020B0609020204030204"/>
              </a:rPr>
              <a:t>=</a:t>
            </a:r>
            <a:r>
              <a:rPr sz="950" spc="-40" dirty="0">
                <a:latin typeface="Consolas" panose="020B0609020204030204"/>
                <a:cs typeface="Consolas" panose="020B0609020204030204"/>
              </a:rPr>
              <a:t> </a:t>
            </a:r>
            <a:r>
              <a:rPr sz="950" spc="-10" dirty="0">
                <a:solidFill>
                  <a:srgbClr val="6F008A"/>
                </a:solidFill>
                <a:latin typeface="Consolas" panose="020B0609020204030204"/>
                <a:cs typeface="Consolas" panose="020B0609020204030204"/>
              </a:rPr>
              <a:t>requests</a:t>
            </a:r>
            <a:r>
              <a:rPr sz="950" spc="-10" dirty="0">
                <a:latin typeface="Consolas" panose="020B0609020204030204"/>
                <a:cs typeface="Consolas" panose="020B0609020204030204"/>
              </a:rPr>
              <a:t>.get(url)</a:t>
            </a:r>
            <a:endParaRPr sz="950">
              <a:latin typeface="Consolas" panose="020B0609020204030204"/>
              <a:cs typeface="Consolas" panose="020B0609020204030204"/>
            </a:endParaRPr>
          </a:p>
          <a:p>
            <a:pPr>
              <a:lnSpc>
                <a:spcPct val="100000"/>
              </a:lnSpc>
              <a:spcBef>
                <a:spcPts val="255"/>
              </a:spcBef>
            </a:pPr>
            <a:endParaRPr sz="950">
              <a:latin typeface="Consolas" panose="020B0609020204030204"/>
              <a:cs typeface="Consolas" panose="020B0609020204030204"/>
            </a:endParaRPr>
          </a:p>
          <a:p>
            <a:pPr marL="12700">
              <a:lnSpc>
                <a:spcPct val="100000"/>
              </a:lnSpc>
            </a:pPr>
            <a:r>
              <a:rPr sz="950" dirty="0">
                <a:latin typeface="Consolas" panose="020B0609020204030204"/>
                <a:cs typeface="Consolas" panose="020B0609020204030204"/>
              </a:rPr>
              <a:t>data</a:t>
            </a:r>
            <a:r>
              <a:rPr sz="950" spc="-30" dirty="0">
                <a:latin typeface="Consolas" panose="020B0609020204030204"/>
                <a:cs typeface="Consolas" panose="020B0609020204030204"/>
              </a:rPr>
              <a:t> </a:t>
            </a:r>
            <a:r>
              <a:rPr sz="950" dirty="0">
                <a:latin typeface="Consolas" panose="020B0609020204030204"/>
                <a:cs typeface="Consolas" panose="020B0609020204030204"/>
              </a:rPr>
              <a:t>=</a:t>
            </a:r>
            <a:r>
              <a:rPr sz="950" spc="-25" dirty="0">
                <a:latin typeface="Consolas" panose="020B0609020204030204"/>
                <a:cs typeface="Consolas" panose="020B0609020204030204"/>
              </a:rPr>
              <a:t> </a:t>
            </a:r>
            <a:r>
              <a:rPr sz="950" spc="-10" dirty="0">
                <a:latin typeface="Consolas" panose="020B0609020204030204"/>
                <a:cs typeface="Consolas" panose="020B0609020204030204"/>
              </a:rPr>
              <a:t>response.json()</a:t>
            </a:r>
            <a:endParaRPr sz="950">
              <a:latin typeface="Consolas" panose="020B0609020204030204"/>
              <a:cs typeface="Consolas" panose="020B0609020204030204"/>
            </a:endParaRPr>
          </a:p>
          <a:p>
            <a:pPr marL="12700" marR="800100">
              <a:lnSpc>
                <a:spcPct val="220000"/>
              </a:lnSpc>
            </a:pPr>
            <a:r>
              <a:rPr sz="950" dirty="0">
                <a:solidFill>
                  <a:srgbClr val="008000"/>
                </a:solidFill>
                <a:latin typeface="Consolas" panose="020B0609020204030204"/>
                <a:cs typeface="Consolas" panose="020B0609020204030204"/>
              </a:rPr>
              <a:t>#write</a:t>
            </a:r>
            <a:r>
              <a:rPr sz="950" spc="-45" dirty="0">
                <a:solidFill>
                  <a:srgbClr val="008000"/>
                </a:solidFill>
                <a:latin typeface="Consolas" panose="020B0609020204030204"/>
                <a:cs typeface="Consolas" panose="020B0609020204030204"/>
              </a:rPr>
              <a:t> </a:t>
            </a:r>
            <a:r>
              <a:rPr sz="950" dirty="0">
                <a:solidFill>
                  <a:srgbClr val="008000"/>
                </a:solidFill>
                <a:latin typeface="Consolas" panose="020B0609020204030204"/>
                <a:cs typeface="Consolas" panose="020B0609020204030204"/>
              </a:rPr>
              <a:t>the</a:t>
            </a:r>
            <a:r>
              <a:rPr sz="950" spc="-45" dirty="0">
                <a:solidFill>
                  <a:srgbClr val="008000"/>
                </a:solidFill>
                <a:latin typeface="Consolas" panose="020B0609020204030204"/>
                <a:cs typeface="Consolas" panose="020B0609020204030204"/>
              </a:rPr>
              <a:t> </a:t>
            </a:r>
            <a:r>
              <a:rPr sz="950" dirty="0">
                <a:solidFill>
                  <a:srgbClr val="008000"/>
                </a:solidFill>
                <a:latin typeface="Consolas" panose="020B0609020204030204"/>
                <a:cs typeface="Consolas" panose="020B0609020204030204"/>
              </a:rPr>
              <a:t>data</a:t>
            </a:r>
            <a:r>
              <a:rPr sz="950" spc="-40" dirty="0">
                <a:solidFill>
                  <a:srgbClr val="008000"/>
                </a:solidFill>
                <a:latin typeface="Consolas" panose="020B0609020204030204"/>
                <a:cs typeface="Consolas" panose="020B0609020204030204"/>
              </a:rPr>
              <a:t> </a:t>
            </a:r>
            <a:r>
              <a:rPr sz="950" dirty="0">
                <a:solidFill>
                  <a:srgbClr val="008000"/>
                </a:solidFill>
                <a:latin typeface="Consolas" panose="020B0609020204030204"/>
                <a:cs typeface="Consolas" panose="020B0609020204030204"/>
              </a:rPr>
              <a:t>to</a:t>
            </a:r>
            <a:r>
              <a:rPr sz="950" spc="-45" dirty="0">
                <a:solidFill>
                  <a:srgbClr val="008000"/>
                </a:solidFill>
                <a:latin typeface="Consolas" panose="020B0609020204030204"/>
                <a:cs typeface="Consolas" panose="020B0609020204030204"/>
              </a:rPr>
              <a:t> </a:t>
            </a:r>
            <a:r>
              <a:rPr sz="950" dirty="0">
                <a:solidFill>
                  <a:srgbClr val="008000"/>
                </a:solidFill>
                <a:latin typeface="Consolas" panose="020B0609020204030204"/>
                <a:cs typeface="Consolas" panose="020B0609020204030204"/>
              </a:rPr>
              <a:t>json</a:t>
            </a:r>
            <a:r>
              <a:rPr sz="950" spc="-45" dirty="0">
                <a:solidFill>
                  <a:srgbClr val="008000"/>
                </a:solidFill>
                <a:latin typeface="Consolas" panose="020B0609020204030204"/>
                <a:cs typeface="Consolas" panose="020B0609020204030204"/>
              </a:rPr>
              <a:t> </a:t>
            </a:r>
            <a:r>
              <a:rPr sz="950" dirty="0">
                <a:solidFill>
                  <a:srgbClr val="008000"/>
                </a:solidFill>
                <a:latin typeface="Consolas" panose="020B0609020204030204"/>
                <a:cs typeface="Consolas" panose="020B0609020204030204"/>
              </a:rPr>
              <a:t>file</a:t>
            </a:r>
            <a:r>
              <a:rPr sz="950" spc="-40" dirty="0">
                <a:solidFill>
                  <a:srgbClr val="008000"/>
                </a:solidFill>
                <a:latin typeface="Consolas" panose="020B0609020204030204"/>
                <a:cs typeface="Consolas" panose="020B0609020204030204"/>
              </a:rPr>
              <a:t> </a:t>
            </a:r>
            <a:r>
              <a:rPr sz="950" dirty="0">
                <a:solidFill>
                  <a:srgbClr val="008000"/>
                </a:solidFill>
                <a:latin typeface="Consolas" panose="020B0609020204030204"/>
                <a:cs typeface="Consolas" panose="020B0609020204030204"/>
              </a:rPr>
              <a:t>for</a:t>
            </a:r>
            <a:r>
              <a:rPr sz="950" spc="-45" dirty="0">
                <a:solidFill>
                  <a:srgbClr val="008000"/>
                </a:solidFill>
                <a:latin typeface="Consolas" panose="020B0609020204030204"/>
                <a:cs typeface="Consolas" panose="020B0609020204030204"/>
              </a:rPr>
              <a:t> </a:t>
            </a:r>
            <a:r>
              <a:rPr sz="950" dirty="0">
                <a:solidFill>
                  <a:srgbClr val="008000"/>
                </a:solidFill>
                <a:latin typeface="Consolas" panose="020B0609020204030204"/>
                <a:cs typeface="Consolas" panose="020B0609020204030204"/>
              </a:rPr>
              <a:t>analysing</a:t>
            </a:r>
            <a:r>
              <a:rPr sz="950" spc="-45" dirty="0">
                <a:solidFill>
                  <a:srgbClr val="008000"/>
                </a:solidFill>
                <a:latin typeface="Consolas" panose="020B0609020204030204"/>
                <a:cs typeface="Consolas" panose="020B0609020204030204"/>
              </a:rPr>
              <a:t> </a:t>
            </a:r>
            <a:r>
              <a:rPr sz="950" dirty="0">
                <a:solidFill>
                  <a:srgbClr val="008000"/>
                </a:solidFill>
                <a:latin typeface="Consolas" panose="020B0609020204030204"/>
                <a:cs typeface="Consolas" panose="020B0609020204030204"/>
              </a:rPr>
              <a:t>the</a:t>
            </a:r>
            <a:r>
              <a:rPr sz="950" spc="-40" dirty="0">
                <a:solidFill>
                  <a:srgbClr val="008000"/>
                </a:solidFill>
                <a:latin typeface="Consolas" panose="020B0609020204030204"/>
                <a:cs typeface="Consolas" panose="020B0609020204030204"/>
              </a:rPr>
              <a:t> </a:t>
            </a:r>
            <a:r>
              <a:rPr sz="950" spc="-20" dirty="0">
                <a:solidFill>
                  <a:srgbClr val="008000"/>
                </a:solidFill>
                <a:latin typeface="Consolas" panose="020B0609020204030204"/>
                <a:cs typeface="Consolas" panose="020B0609020204030204"/>
              </a:rPr>
              <a:t>data </a:t>
            </a:r>
            <a:r>
              <a:rPr sz="950" dirty="0">
                <a:solidFill>
                  <a:srgbClr val="0000FF"/>
                </a:solidFill>
                <a:latin typeface="Consolas" panose="020B0609020204030204"/>
                <a:cs typeface="Consolas" panose="020B0609020204030204"/>
              </a:rPr>
              <a:t>with</a:t>
            </a:r>
            <a:r>
              <a:rPr sz="950" spc="-20" dirty="0">
                <a:solidFill>
                  <a:srgbClr val="0000FF"/>
                </a:solidFill>
                <a:latin typeface="Consolas" panose="020B0609020204030204"/>
                <a:cs typeface="Consolas" panose="020B0609020204030204"/>
              </a:rPr>
              <a:t> </a:t>
            </a:r>
            <a:r>
              <a:rPr sz="950" spc="-10" dirty="0">
                <a:latin typeface="Consolas" panose="020B0609020204030204"/>
                <a:cs typeface="Consolas" panose="020B0609020204030204"/>
              </a:rPr>
              <a:t>open(</a:t>
            </a:r>
            <a:r>
              <a:rPr sz="950" spc="-10" dirty="0">
                <a:solidFill>
                  <a:srgbClr val="A31414"/>
                </a:solidFill>
                <a:latin typeface="Consolas" panose="020B0609020204030204"/>
                <a:cs typeface="Consolas" panose="020B0609020204030204"/>
              </a:rPr>
              <a:t>"jsonEx1.json"</a:t>
            </a:r>
            <a:r>
              <a:rPr sz="950" spc="-10" dirty="0">
                <a:latin typeface="Consolas" panose="020B0609020204030204"/>
                <a:cs typeface="Consolas" panose="020B0609020204030204"/>
              </a:rPr>
              <a:t>,</a:t>
            </a:r>
            <a:r>
              <a:rPr sz="950" spc="-10" dirty="0">
                <a:solidFill>
                  <a:srgbClr val="A31414"/>
                </a:solidFill>
                <a:latin typeface="Consolas" panose="020B0609020204030204"/>
                <a:cs typeface="Consolas" panose="020B0609020204030204"/>
              </a:rPr>
              <a:t>'w'</a:t>
            </a:r>
            <a:r>
              <a:rPr sz="950" spc="-10" dirty="0">
                <a:latin typeface="Consolas" panose="020B0609020204030204"/>
                <a:cs typeface="Consolas" panose="020B0609020204030204"/>
              </a:rPr>
              <a:t>)</a:t>
            </a:r>
            <a:r>
              <a:rPr sz="950" spc="-15" dirty="0">
                <a:latin typeface="Consolas" panose="020B0609020204030204"/>
                <a:cs typeface="Consolas" panose="020B0609020204030204"/>
              </a:rPr>
              <a:t> </a:t>
            </a:r>
            <a:r>
              <a:rPr sz="950" dirty="0">
                <a:solidFill>
                  <a:srgbClr val="0000FF"/>
                </a:solidFill>
                <a:latin typeface="Consolas" panose="020B0609020204030204"/>
                <a:cs typeface="Consolas" panose="020B0609020204030204"/>
              </a:rPr>
              <a:t>as</a:t>
            </a:r>
            <a:r>
              <a:rPr sz="950" spc="-20" dirty="0">
                <a:solidFill>
                  <a:srgbClr val="0000FF"/>
                </a:solidFill>
                <a:latin typeface="Consolas" panose="020B0609020204030204"/>
                <a:cs typeface="Consolas" panose="020B0609020204030204"/>
              </a:rPr>
              <a:t> </a:t>
            </a:r>
            <a:r>
              <a:rPr sz="950" spc="-10" dirty="0">
                <a:latin typeface="Consolas" panose="020B0609020204030204"/>
                <a:cs typeface="Consolas" panose="020B0609020204030204"/>
              </a:rPr>
              <a:t>file:</a:t>
            </a:r>
            <a:endParaRPr sz="950">
              <a:latin typeface="Consolas" panose="020B0609020204030204"/>
              <a:cs typeface="Consolas" panose="020B0609020204030204"/>
            </a:endParaRPr>
          </a:p>
          <a:p>
            <a:pPr marL="12700" marR="1791970" indent="457200">
              <a:lnSpc>
                <a:spcPct val="220000"/>
              </a:lnSpc>
            </a:pPr>
            <a:r>
              <a:rPr sz="950" spc="-10" dirty="0">
                <a:solidFill>
                  <a:srgbClr val="6F008A"/>
                </a:solidFill>
                <a:latin typeface="Consolas" panose="020B0609020204030204"/>
                <a:cs typeface="Consolas" panose="020B0609020204030204"/>
              </a:rPr>
              <a:t>json</a:t>
            </a:r>
            <a:r>
              <a:rPr sz="950" spc="-10" dirty="0">
                <a:latin typeface="Consolas" panose="020B0609020204030204"/>
                <a:cs typeface="Consolas" panose="020B0609020204030204"/>
              </a:rPr>
              <a:t>.dump(data,file,indent=4) print(data[</a:t>
            </a:r>
            <a:r>
              <a:rPr sz="950" spc="-10" dirty="0">
                <a:solidFill>
                  <a:srgbClr val="A31414"/>
                </a:solidFill>
                <a:latin typeface="Consolas" panose="020B0609020204030204"/>
                <a:cs typeface="Consolas" panose="020B0609020204030204"/>
              </a:rPr>
              <a:t>"drinks"</a:t>
            </a:r>
            <a:r>
              <a:rPr sz="950" spc="-10" dirty="0">
                <a:latin typeface="Consolas" panose="020B0609020204030204"/>
                <a:cs typeface="Consolas" panose="020B0609020204030204"/>
              </a:rPr>
              <a:t>][0]) print(data[</a:t>
            </a:r>
            <a:r>
              <a:rPr sz="950" spc="-10" dirty="0">
                <a:solidFill>
                  <a:srgbClr val="A31414"/>
                </a:solidFill>
                <a:latin typeface="Consolas" panose="020B0609020204030204"/>
                <a:cs typeface="Consolas" panose="020B0609020204030204"/>
              </a:rPr>
              <a:t>"drinks"</a:t>
            </a:r>
            <a:r>
              <a:rPr sz="950" spc="-10" dirty="0">
                <a:latin typeface="Consolas" panose="020B0609020204030204"/>
                <a:cs typeface="Consolas" panose="020B0609020204030204"/>
              </a:rPr>
              <a:t>][0][</a:t>
            </a:r>
            <a:r>
              <a:rPr sz="950" spc="-10" dirty="0">
                <a:solidFill>
                  <a:srgbClr val="A31414"/>
                </a:solidFill>
                <a:latin typeface="Consolas" panose="020B0609020204030204"/>
                <a:cs typeface="Consolas" panose="020B0609020204030204"/>
              </a:rPr>
              <a:t>'strDrink'</a:t>
            </a:r>
            <a:r>
              <a:rPr sz="950" spc="-10" dirty="0">
                <a:latin typeface="Consolas" panose="020B0609020204030204"/>
                <a:cs typeface="Consolas" panose="020B0609020204030204"/>
              </a:rPr>
              <a:t>]) </a:t>
            </a:r>
            <a:r>
              <a:rPr sz="950" dirty="0">
                <a:solidFill>
                  <a:srgbClr val="008000"/>
                </a:solidFill>
                <a:latin typeface="Consolas" panose="020B0609020204030204"/>
                <a:cs typeface="Consolas" panose="020B0609020204030204"/>
              </a:rPr>
              <a:t>#</a:t>
            </a:r>
            <a:r>
              <a:rPr sz="950" spc="-25" dirty="0">
                <a:solidFill>
                  <a:srgbClr val="008000"/>
                </a:solidFill>
                <a:latin typeface="Consolas" panose="020B0609020204030204"/>
                <a:cs typeface="Consolas" panose="020B0609020204030204"/>
              </a:rPr>
              <a:t> </a:t>
            </a:r>
            <a:r>
              <a:rPr sz="950" dirty="0">
                <a:solidFill>
                  <a:srgbClr val="008000"/>
                </a:solidFill>
                <a:latin typeface="Consolas" panose="020B0609020204030204"/>
                <a:cs typeface="Consolas" panose="020B0609020204030204"/>
              </a:rPr>
              <a:t>drink</a:t>
            </a:r>
            <a:r>
              <a:rPr sz="950" spc="-25" dirty="0">
                <a:solidFill>
                  <a:srgbClr val="008000"/>
                </a:solidFill>
                <a:latin typeface="Consolas" panose="020B0609020204030204"/>
                <a:cs typeface="Consolas" panose="020B0609020204030204"/>
              </a:rPr>
              <a:t> </a:t>
            </a:r>
            <a:r>
              <a:rPr sz="950" dirty="0">
                <a:solidFill>
                  <a:srgbClr val="008000"/>
                </a:solidFill>
                <a:latin typeface="Consolas" panose="020B0609020204030204"/>
                <a:cs typeface="Consolas" panose="020B0609020204030204"/>
              </a:rPr>
              <a:t>=</a:t>
            </a:r>
            <a:r>
              <a:rPr sz="950" spc="-25" dirty="0">
                <a:solidFill>
                  <a:srgbClr val="008000"/>
                </a:solidFill>
                <a:latin typeface="Consolas" panose="020B0609020204030204"/>
                <a:cs typeface="Consolas" panose="020B0609020204030204"/>
              </a:rPr>
              <a:t> </a:t>
            </a:r>
            <a:r>
              <a:rPr sz="950" spc="-10" dirty="0">
                <a:solidFill>
                  <a:srgbClr val="008000"/>
                </a:solidFill>
                <a:latin typeface="Consolas" panose="020B0609020204030204"/>
                <a:cs typeface="Consolas" panose="020B0609020204030204"/>
              </a:rPr>
              <a:t>data["drinks"]</a:t>
            </a:r>
            <a:endParaRPr sz="950">
              <a:latin typeface="Consolas" panose="020B0609020204030204"/>
              <a:cs typeface="Consolas" panose="020B0609020204030204"/>
            </a:endParaRPr>
          </a:p>
          <a:p>
            <a:pPr>
              <a:lnSpc>
                <a:spcPct val="100000"/>
              </a:lnSpc>
              <a:spcBef>
                <a:spcPts val="260"/>
              </a:spcBef>
            </a:pPr>
            <a:endParaRPr sz="950">
              <a:latin typeface="Consolas" panose="020B0609020204030204"/>
              <a:cs typeface="Consolas" panose="020B0609020204030204"/>
            </a:endParaRPr>
          </a:p>
          <a:p>
            <a:pPr marL="12700">
              <a:lnSpc>
                <a:spcPct val="100000"/>
              </a:lnSpc>
            </a:pPr>
            <a:r>
              <a:rPr sz="950" dirty="0">
                <a:solidFill>
                  <a:srgbClr val="008000"/>
                </a:solidFill>
                <a:latin typeface="Consolas" panose="020B0609020204030204"/>
                <a:cs typeface="Consolas" panose="020B0609020204030204"/>
              </a:rPr>
              <a:t>#</a:t>
            </a:r>
            <a:r>
              <a:rPr sz="950" spc="-15" dirty="0">
                <a:solidFill>
                  <a:srgbClr val="008000"/>
                </a:solidFill>
                <a:latin typeface="Consolas" panose="020B0609020204030204"/>
                <a:cs typeface="Consolas" panose="020B0609020204030204"/>
              </a:rPr>
              <a:t> </a:t>
            </a:r>
            <a:r>
              <a:rPr sz="950" spc="-10" dirty="0">
                <a:solidFill>
                  <a:srgbClr val="008000"/>
                </a:solidFill>
                <a:latin typeface="Consolas" panose="020B0609020204030204"/>
                <a:cs typeface="Consolas" panose="020B0609020204030204"/>
              </a:rPr>
              <a:t>print(drink[0]['strDrink'])</a:t>
            </a:r>
            <a:endParaRPr sz="950">
              <a:latin typeface="Consolas" panose="020B0609020204030204"/>
              <a:cs typeface="Consolas" panose="020B0609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198597"/>
            <a:ext cx="8229600" cy="566420"/>
          </a:xfrm>
          <a:prstGeom prst="rect">
            <a:avLst/>
          </a:prstGeom>
        </p:spPr>
        <p:txBody>
          <a:bodyPr vert="horz" wrap="square" lIns="0" tIns="12700" rIns="0" bIns="0" rtlCol="0">
            <a:spAutoFit/>
          </a:bodyPr>
          <a:lstStyle/>
          <a:p>
            <a:pPr marL="12700">
              <a:lnSpc>
                <a:spcPct val="100000"/>
              </a:lnSpc>
              <a:spcBef>
                <a:spcPts val="100"/>
              </a:spcBef>
            </a:pPr>
            <a:r>
              <a:rPr spc="-200" dirty="0"/>
              <a:t>Exercise</a:t>
            </a:r>
            <a:endParaRPr spc="-200" dirty="0"/>
          </a:p>
        </p:txBody>
      </p:sp>
      <p:grpSp>
        <p:nvGrpSpPr>
          <p:cNvPr id="3" name="object 3"/>
          <p:cNvGrpSpPr/>
          <p:nvPr/>
        </p:nvGrpSpPr>
        <p:grpSpPr>
          <a:xfrm>
            <a:off x="3371262" y="1855112"/>
            <a:ext cx="6962140" cy="3982720"/>
            <a:chOff x="1847262" y="997862"/>
            <a:chExt cx="6962140" cy="3982720"/>
          </a:xfrm>
        </p:grpSpPr>
        <p:sp>
          <p:nvSpPr>
            <p:cNvPr id="4" name="object 4"/>
            <p:cNvSpPr/>
            <p:nvPr/>
          </p:nvSpPr>
          <p:spPr>
            <a:xfrm>
              <a:off x="1852024" y="1002625"/>
              <a:ext cx="6952615" cy="3973195"/>
            </a:xfrm>
            <a:custGeom>
              <a:avLst/>
              <a:gdLst/>
              <a:ahLst/>
              <a:cxnLst/>
              <a:rect l="l" t="t" r="r" b="b"/>
              <a:pathLst>
                <a:path w="6952615" h="3973195">
                  <a:moveTo>
                    <a:pt x="6290036" y="3972899"/>
                  </a:moveTo>
                  <a:lnTo>
                    <a:pt x="662163" y="3972899"/>
                  </a:lnTo>
                  <a:lnTo>
                    <a:pt x="614874" y="3971237"/>
                  </a:lnTo>
                  <a:lnTo>
                    <a:pt x="568482" y="3966324"/>
                  </a:lnTo>
                  <a:lnTo>
                    <a:pt x="523100" y="3958272"/>
                  </a:lnTo>
                  <a:lnTo>
                    <a:pt x="478839" y="3947195"/>
                  </a:lnTo>
                  <a:lnTo>
                    <a:pt x="435812" y="3933203"/>
                  </a:lnTo>
                  <a:lnTo>
                    <a:pt x="394131" y="3916408"/>
                  </a:lnTo>
                  <a:lnTo>
                    <a:pt x="353907" y="3896924"/>
                  </a:lnTo>
                  <a:lnTo>
                    <a:pt x="315253" y="3874861"/>
                  </a:lnTo>
                  <a:lnTo>
                    <a:pt x="278280" y="3850332"/>
                  </a:lnTo>
                  <a:lnTo>
                    <a:pt x="243102" y="3823449"/>
                  </a:lnTo>
                  <a:lnTo>
                    <a:pt x="209829" y="3794325"/>
                  </a:lnTo>
                  <a:lnTo>
                    <a:pt x="178574" y="3763070"/>
                  </a:lnTo>
                  <a:lnTo>
                    <a:pt x="149450" y="3729797"/>
                  </a:lnTo>
                  <a:lnTo>
                    <a:pt x="122567" y="3694618"/>
                  </a:lnTo>
                  <a:lnTo>
                    <a:pt x="98038" y="3657646"/>
                  </a:lnTo>
                  <a:lnTo>
                    <a:pt x="75975" y="3618992"/>
                  </a:lnTo>
                  <a:lnTo>
                    <a:pt x="56491" y="3578768"/>
                  </a:lnTo>
                  <a:lnTo>
                    <a:pt x="39696" y="3537087"/>
                  </a:lnTo>
                  <a:lnTo>
                    <a:pt x="25704" y="3494060"/>
                  </a:lnTo>
                  <a:lnTo>
                    <a:pt x="14627" y="3449799"/>
                  </a:lnTo>
                  <a:lnTo>
                    <a:pt x="6575" y="3404417"/>
                  </a:lnTo>
                  <a:lnTo>
                    <a:pt x="1662" y="3358025"/>
                  </a:lnTo>
                  <a:lnTo>
                    <a:pt x="0" y="3310736"/>
                  </a:lnTo>
                  <a:lnTo>
                    <a:pt x="0" y="662163"/>
                  </a:lnTo>
                  <a:lnTo>
                    <a:pt x="1662" y="614874"/>
                  </a:lnTo>
                  <a:lnTo>
                    <a:pt x="6575" y="568482"/>
                  </a:lnTo>
                  <a:lnTo>
                    <a:pt x="14627" y="523100"/>
                  </a:lnTo>
                  <a:lnTo>
                    <a:pt x="25704" y="478839"/>
                  </a:lnTo>
                  <a:lnTo>
                    <a:pt x="39696" y="435812"/>
                  </a:lnTo>
                  <a:lnTo>
                    <a:pt x="56491" y="394131"/>
                  </a:lnTo>
                  <a:lnTo>
                    <a:pt x="75975" y="353907"/>
                  </a:lnTo>
                  <a:lnTo>
                    <a:pt x="98038" y="315253"/>
                  </a:lnTo>
                  <a:lnTo>
                    <a:pt x="122567" y="278280"/>
                  </a:lnTo>
                  <a:lnTo>
                    <a:pt x="149450" y="243102"/>
                  </a:lnTo>
                  <a:lnTo>
                    <a:pt x="178574" y="209829"/>
                  </a:lnTo>
                  <a:lnTo>
                    <a:pt x="209829" y="178574"/>
                  </a:lnTo>
                  <a:lnTo>
                    <a:pt x="243102" y="149450"/>
                  </a:lnTo>
                  <a:lnTo>
                    <a:pt x="278280" y="122567"/>
                  </a:lnTo>
                  <a:lnTo>
                    <a:pt x="315253" y="98038"/>
                  </a:lnTo>
                  <a:lnTo>
                    <a:pt x="353907" y="75975"/>
                  </a:lnTo>
                  <a:lnTo>
                    <a:pt x="394131" y="56491"/>
                  </a:lnTo>
                  <a:lnTo>
                    <a:pt x="435812" y="39696"/>
                  </a:lnTo>
                  <a:lnTo>
                    <a:pt x="478839" y="25704"/>
                  </a:lnTo>
                  <a:lnTo>
                    <a:pt x="523100" y="14627"/>
                  </a:lnTo>
                  <a:lnTo>
                    <a:pt x="568482" y="6575"/>
                  </a:lnTo>
                  <a:lnTo>
                    <a:pt x="614874" y="1662"/>
                  </a:lnTo>
                  <a:lnTo>
                    <a:pt x="662163" y="0"/>
                  </a:lnTo>
                  <a:lnTo>
                    <a:pt x="6290036" y="0"/>
                  </a:lnTo>
                  <a:lnTo>
                    <a:pt x="6337725" y="1718"/>
                  </a:lnTo>
                  <a:lnTo>
                    <a:pt x="6384891" y="6826"/>
                  </a:lnTo>
                  <a:lnTo>
                    <a:pt x="6431366" y="15255"/>
                  </a:lnTo>
                  <a:lnTo>
                    <a:pt x="6476983" y="26936"/>
                  </a:lnTo>
                  <a:lnTo>
                    <a:pt x="6521575" y="41800"/>
                  </a:lnTo>
                  <a:lnTo>
                    <a:pt x="6564976" y="59777"/>
                  </a:lnTo>
                  <a:lnTo>
                    <a:pt x="6607018" y="80798"/>
                  </a:lnTo>
                  <a:lnTo>
                    <a:pt x="6647534" y="104795"/>
                  </a:lnTo>
                  <a:lnTo>
                    <a:pt x="6686357" y="131697"/>
                  </a:lnTo>
                  <a:lnTo>
                    <a:pt x="6723320" y="161436"/>
                  </a:lnTo>
                  <a:lnTo>
                    <a:pt x="6758256" y="193943"/>
                  </a:lnTo>
                  <a:lnTo>
                    <a:pt x="6790763" y="228879"/>
                  </a:lnTo>
                  <a:lnTo>
                    <a:pt x="6820502" y="265842"/>
                  </a:lnTo>
                  <a:lnTo>
                    <a:pt x="6847404" y="304665"/>
                  </a:lnTo>
                  <a:lnTo>
                    <a:pt x="6871401" y="345181"/>
                  </a:lnTo>
                  <a:lnTo>
                    <a:pt x="6892422" y="387223"/>
                  </a:lnTo>
                  <a:lnTo>
                    <a:pt x="6910399" y="430624"/>
                  </a:lnTo>
                  <a:lnTo>
                    <a:pt x="6925263" y="475216"/>
                  </a:lnTo>
                  <a:lnTo>
                    <a:pt x="6936944" y="520833"/>
                  </a:lnTo>
                  <a:lnTo>
                    <a:pt x="6945373" y="567308"/>
                  </a:lnTo>
                  <a:lnTo>
                    <a:pt x="6950481" y="614473"/>
                  </a:lnTo>
                  <a:lnTo>
                    <a:pt x="6952199" y="662163"/>
                  </a:lnTo>
                  <a:lnTo>
                    <a:pt x="6952199" y="3310736"/>
                  </a:lnTo>
                  <a:lnTo>
                    <a:pt x="6950537" y="3358025"/>
                  </a:lnTo>
                  <a:lnTo>
                    <a:pt x="6945624" y="3404417"/>
                  </a:lnTo>
                  <a:lnTo>
                    <a:pt x="6937572" y="3449799"/>
                  </a:lnTo>
                  <a:lnTo>
                    <a:pt x="6926495" y="3494060"/>
                  </a:lnTo>
                  <a:lnTo>
                    <a:pt x="6912503" y="3537087"/>
                  </a:lnTo>
                  <a:lnTo>
                    <a:pt x="6895708" y="3578768"/>
                  </a:lnTo>
                  <a:lnTo>
                    <a:pt x="6876224" y="3618992"/>
                  </a:lnTo>
                  <a:lnTo>
                    <a:pt x="6854161" y="3657646"/>
                  </a:lnTo>
                  <a:lnTo>
                    <a:pt x="6829632" y="3694618"/>
                  </a:lnTo>
                  <a:lnTo>
                    <a:pt x="6802749" y="3729797"/>
                  </a:lnTo>
                  <a:lnTo>
                    <a:pt x="6773624" y="3763070"/>
                  </a:lnTo>
                  <a:lnTo>
                    <a:pt x="6742370" y="3794325"/>
                  </a:lnTo>
                  <a:lnTo>
                    <a:pt x="6709097" y="3823449"/>
                  </a:lnTo>
                  <a:lnTo>
                    <a:pt x="6673918" y="3850332"/>
                  </a:lnTo>
                  <a:lnTo>
                    <a:pt x="6636946" y="3874861"/>
                  </a:lnTo>
                  <a:lnTo>
                    <a:pt x="6598292" y="3896924"/>
                  </a:lnTo>
                  <a:lnTo>
                    <a:pt x="6558068" y="3916408"/>
                  </a:lnTo>
                  <a:lnTo>
                    <a:pt x="6516386" y="3933203"/>
                  </a:lnTo>
                  <a:lnTo>
                    <a:pt x="6473359" y="3947195"/>
                  </a:lnTo>
                  <a:lnTo>
                    <a:pt x="6429099" y="3958272"/>
                  </a:lnTo>
                  <a:lnTo>
                    <a:pt x="6383717" y="3966324"/>
                  </a:lnTo>
                  <a:lnTo>
                    <a:pt x="6337325" y="3971237"/>
                  </a:lnTo>
                  <a:lnTo>
                    <a:pt x="6290036" y="3972899"/>
                  </a:lnTo>
                  <a:close/>
                </a:path>
              </a:pathLst>
            </a:custGeom>
            <a:solidFill>
              <a:srgbClr val="FFFFFF"/>
            </a:solidFill>
          </p:spPr>
          <p:txBody>
            <a:bodyPr wrap="square" lIns="0" tIns="0" rIns="0" bIns="0" rtlCol="0"/>
            <a:lstStyle/>
            <a:p/>
          </p:txBody>
        </p:sp>
        <p:sp>
          <p:nvSpPr>
            <p:cNvPr id="5" name="object 5"/>
            <p:cNvSpPr/>
            <p:nvPr/>
          </p:nvSpPr>
          <p:spPr>
            <a:xfrm>
              <a:off x="1852024" y="1002625"/>
              <a:ext cx="6952615" cy="3973195"/>
            </a:xfrm>
            <a:custGeom>
              <a:avLst/>
              <a:gdLst/>
              <a:ahLst/>
              <a:cxnLst/>
              <a:rect l="l" t="t" r="r" b="b"/>
              <a:pathLst>
                <a:path w="6952615" h="3973195">
                  <a:moveTo>
                    <a:pt x="0" y="662163"/>
                  </a:moveTo>
                  <a:lnTo>
                    <a:pt x="1662" y="614874"/>
                  </a:lnTo>
                  <a:lnTo>
                    <a:pt x="6575" y="568482"/>
                  </a:lnTo>
                  <a:lnTo>
                    <a:pt x="14627" y="523100"/>
                  </a:lnTo>
                  <a:lnTo>
                    <a:pt x="25704" y="478839"/>
                  </a:lnTo>
                  <a:lnTo>
                    <a:pt x="39696" y="435812"/>
                  </a:lnTo>
                  <a:lnTo>
                    <a:pt x="56491" y="394131"/>
                  </a:lnTo>
                  <a:lnTo>
                    <a:pt x="75975" y="353907"/>
                  </a:lnTo>
                  <a:lnTo>
                    <a:pt x="98038" y="315253"/>
                  </a:lnTo>
                  <a:lnTo>
                    <a:pt x="122567" y="278280"/>
                  </a:lnTo>
                  <a:lnTo>
                    <a:pt x="149450" y="243102"/>
                  </a:lnTo>
                  <a:lnTo>
                    <a:pt x="178574" y="209829"/>
                  </a:lnTo>
                  <a:lnTo>
                    <a:pt x="209829" y="178574"/>
                  </a:lnTo>
                  <a:lnTo>
                    <a:pt x="243102" y="149450"/>
                  </a:lnTo>
                  <a:lnTo>
                    <a:pt x="278280" y="122567"/>
                  </a:lnTo>
                  <a:lnTo>
                    <a:pt x="315253" y="98038"/>
                  </a:lnTo>
                  <a:lnTo>
                    <a:pt x="353907" y="75975"/>
                  </a:lnTo>
                  <a:lnTo>
                    <a:pt x="394131" y="56491"/>
                  </a:lnTo>
                  <a:lnTo>
                    <a:pt x="435812" y="39696"/>
                  </a:lnTo>
                  <a:lnTo>
                    <a:pt x="478839" y="25704"/>
                  </a:lnTo>
                  <a:lnTo>
                    <a:pt x="523100" y="14627"/>
                  </a:lnTo>
                  <a:lnTo>
                    <a:pt x="568482" y="6575"/>
                  </a:lnTo>
                  <a:lnTo>
                    <a:pt x="614874" y="1662"/>
                  </a:lnTo>
                  <a:lnTo>
                    <a:pt x="662163" y="0"/>
                  </a:lnTo>
                  <a:lnTo>
                    <a:pt x="6290036" y="0"/>
                  </a:lnTo>
                  <a:lnTo>
                    <a:pt x="6337725" y="1718"/>
                  </a:lnTo>
                  <a:lnTo>
                    <a:pt x="6384891" y="6826"/>
                  </a:lnTo>
                  <a:lnTo>
                    <a:pt x="6431366" y="15255"/>
                  </a:lnTo>
                  <a:lnTo>
                    <a:pt x="6476983" y="26936"/>
                  </a:lnTo>
                  <a:lnTo>
                    <a:pt x="6521575" y="41800"/>
                  </a:lnTo>
                  <a:lnTo>
                    <a:pt x="6564976" y="59777"/>
                  </a:lnTo>
                  <a:lnTo>
                    <a:pt x="6607018" y="80798"/>
                  </a:lnTo>
                  <a:lnTo>
                    <a:pt x="6647534" y="104795"/>
                  </a:lnTo>
                  <a:lnTo>
                    <a:pt x="6686357" y="131697"/>
                  </a:lnTo>
                  <a:lnTo>
                    <a:pt x="6723320" y="161436"/>
                  </a:lnTo>
                  <a:lnTo>
                    <a:pt x="6758256" y="193943"/>
                  </a:lnTo>
                  <a:lnTo>
                    <a:pt x="6790763" y="228879"/>
                  </a:lnTo>
                  <a:lnTo>
                    <a:pt x="6820502" y="265842"/>
                  </a:lnTo>
                  <a:lnTo>
                    <a:pt x="6847404" y="304665"/>
                  </a:lnTo>
                  <a:lnTo>
                    <a:pt x="6871401" y="345181"/>
                  </a:lnTo>
                  <a:lnTo>
                    <a:pt x="6892422" y="387223"/>
                  </a:lnTo>
                  <a:lnTo>
                    <a:pt x="6910399" y="430624"/>
                  </a:lnTo>
                  <a:lnTo>
                    <a:pt x="6925263" y="475216"/>
                  </a:lnTo>
                  <a:lnTo>
                    <a:pt x="6936944" y="520833"/>
                  </a:lnTo>
                  <a:lnTo>
                    <a:pt x="6945373" y="567308"/>
                  </a:lnTo>
                  <a:lnTo>
                    <a:pt x="6950481" y="614473"/>
                  </a:lnTo>
                  <a:lnTo>
                    <a:pt x="6952199" y="662163"/>
                  </a:lnTo>
                  <a:lnTo>
                    <a:pt x="6952199" y="3310736"/>
                  </a:lnTo>
                  <a:lnTo>
                    <a:pt x="6950537" y="3358025"/>
                  </a:lnTo>
                  <a:lnTo>
                    <a:pt x="6945624" y="3404417"/>
                  </a:lnTo>
                  <a:lnTo>
                    <a:pt x="6937572" y="3449799"/>
                  </a:lnTo>
                  <a:lnTo>
                    <a:pt x="6926495" y="3494060"/>
                  </a:lnTo>
                  <a:lnTo>
                    <a:pt x="6912503" y="3537087"/>
                  </a:lnTo>
                  <a:lnTo>
                    <a:pt x="6895708" y="3578768"/>
                  </a:lnTo>
                  <a:lnTo>
                    <a:pt x="6876224" y="3618992"/>
                  </a:lnTo>
                  <a:lnTo>
                    <a:pt x="6854161" y="3657646"/>
                  </a:lnTo>
                  <a:lnTo>
                    <a:pt x="6829632" y="3694618"/>
                  </a:lnTo>
                  <a:lnTo>
                    <a:pt x="6802749" y="3729797"/>
                  </a:lnTo>
                  <a:lnTo>
                    <a:pt x="6773624" y="3763070"/>
                  </a:lnTo>
                  <a:lnTo>
                    <a:pt x="6742370" y="3794325"/>
                  </a:lnTo>
                  <a:lnTo>
                    <a:pt x="6709097" y="3823449"/>
                  </a:lnTo>
                  <a:lnTo>
                    <a:pt x="6673918" y="3850332"/>
                  </a:lnTo>
                  <a:lnTo>
                    <a:pt x="6636946" y="3874861"/>
                  </a:lnTo>
                  <a:lnTo>
                    <a:pt x="6598292" y="3896924"/>
                  </a:lnTo>
                  <a:lnTo>
                    <a:pt x="6558068" y="3916408"/>
                  </a:lnTo>
                  <a:lnTo>
                    <a:pt x="6516386" y="3933203"/>
                  </a:lnTo>
                  <a:lnTo>
                    <a:pt x="6473359" y="3947195"/>
                  </a:lnTo>
                  <a:lnTo>
                    <a:pt x="6429099" y="3958272"/>
                  </a:lnTo>
                  <a:lnTo>
                    <a:pt x="6383717" y="3966324"/>
                  </a:lnTo>
                  <a:lnTo>
                    <a:pt x="6337325" y="3971237"/>
                  </a:lnTo>
                  <a:lnTo>
                    <a:pt x="6290036" y="3972899"/>
                  </a:lnTo>
                  <a:lnTo>
                    <a:pt x="662163" y="3972899"/>
                  </a:lnTo>
                  <a:lnTo>
                    <a:pt x="614874" y="3971237"/>
                  </a:lnTo>
                  <a:lnTo>
                    <a:pt x="568482" y="3966324"/>
                  </a:lnTo>
                  <a:lnTo>
                    <a:pt x="523100" y="3958272"/>
                  </a:lnTo>
                  <a:lnTo>
                    <a:pt x="478839" y="3947195"/>
                  </a:lnTo>
                  <a:lnTo>
                    <a:pt x="435812" y="3933203"/>
                  </a:lnTo>
                  <a:lnTo>
                    <a:pt x="394131" y="3916408"/>
                  </a:lnTo>
                  <a:lnTo>
                    <a:pt x="353907" y="3896924"/>
                  </a:lnTo>
                  <a:lnTo>
                    <a:pt x="315253" y="3874861"/>
                  </a:lnTo>
                  <a:lnTo>
                    <a:pt x="278280" y="3850332"/>
                  </a:lnTo>
                  <a:lnTo>
                    <a:pt x="243102" y="3823449"/>
                  </a:lnTo>
                  <a:lnTo>
                    <a:pt x="209829" y="3794325"/>
                  </a:lnTo>
                  <a:lnTo>
                    <a:pt x="178574" y="3763070"/>
                  </a:lnTo>
                  <a:lnTo>
                    <a:pt x="149450" y="3729797"/>
                  </a:lnTo>
                  <a:lnTo>
                    <a:pt x="122567" y="3694618"/>
                  </a:lnTo>
                  <a:lnTo>
                    <a:pt x="98038" y="3657646"/>
                  </a:lnTo>
                  <a:lnTo>
                    <a:pt x="75975" y="3618992"/>
                  </a:lnTo>
                  <a:lnTo>
                    <a:pt x="56491" y="3578768"/>
                  </a:lnTo>
                  <a:lnTo>
                    <a:pt x="39696" y="3537087"/>
                  </a:lnTo>
                  <a:lnTo>
                    <a:pt x="25704" y="3494060"/>
                  </a:lnTo>
                  <a:lnTo>
                    <a:pt x="14627" y="3449799"/>
                  </a:lnTo>
                  <a:lnTo>
                    <a:pt x="6575" y="3404417"/>
                  </a:lnTo>
                  <a:lnTo>
                    <a:pt x="1662" y="3358025"/>
                  </a:lnTo>
                  <a:lnTo>
                    <a:pt x="0" y="3310736"/>
                  </a:lnTo>
                  <a:lnTo>
                    <a:pt x="0" y="662163"/>
                  </a:lnTo>
                  <a:close/>
                </a:path>
              </a:pathLst>
            </a:custGeom>
            <a:ln w="9524">
              <a:solidFill>
                <a:srgbClr val="0D66EB"/>
              </a:solidFill>
            </a:ln>
          </p:spPr>
          <p:txBody>
            <a:bodyPr wrap="square" lIns="0" tIns="0" rIns="0" bIns="0" rtlCol="0"/>
            <a:lstStyle/>
            <a:p/>
          </p:txBody>
        </p:sp>
      </p:grpSp>
      <p:sp>
        <p:nvSpPr>
          <p:cNvPr id="6" name="object 6"/>
          <p:cNvSpPr txBox="1"/>
          <p:nvPr/>
        </p:nvSpPr>
        <p:spPr>
          <a:xfrm>
            <a:off x="3642991" y="1957387"/>
            <a:ext cx="4993640" cy="158750"/>
          </a:xfrm>
          <a:prstGeom prst="rect">
            <a:avLst/>
          </a:prstGeom>
        </p:spPr>
        <p:txBody>
          <a:bodyPr vert="horz" wrap="square" lIns="0" tIns="12700" rIns="0" bIns="0" rtlCol="0">
            <a:spAutoFit/>
          </a:bodyPr>
          <a:lstStyle/>
          <a:p>
            <a:pPr marL="12700">
              <a:lnSpc>
                <a:spcPct val="100000"/>
              </a:lnSpc>
              <a:spcBef>
                <a:spcPts val="100"/>
              </a:spcBef>
            </a:pPr>
            <a:r>
              <a:rPr sz="950" dirty="0">
                <a:latin typeface="Consolas" panose="020B0609020204030204"/>
                <a:cs typeface="Consolas" panose="020B0609020204030204"/>
              </a:rPr>
              <a:t>url</a:t>
            </a:r>
            <a:r>
              <a:rPr sz="950" spc="-25" dirty="0">
                <a:latin typeface="Consolas" panose="020B0609020204030204"/>
                <a:cs typeface="Consolas" panose="020B0609020204030204"/>
              </a:rPr>
              <a:t> </a:t>
            </a:r>
            <a:r>
              <a:rPr sz="950" dirty="0">
                <a:latin typeface="Consolas" panose="020B0609020204030204"/>
                <a:cs typeface="Consolas" panose="020B0609020204030204"/>
              </a:rPr>
              <a:t>=</a:t>
            </a:r>
            <a:r>
              <a:rPr sz="950" spc="-15" dirty="0">
                <a:latin typeface="Consolas" panose="020B0609020204030204"/>
                <a:cs typeface="Consolas" panose="020B0609020204030204"/>
              </a:rPr>
              <a:t> </a:t>
            </a:r>
            <a:r>
              <a:rPr sz="950" spc="-10" dirty="0">
                <a:solidFill>
                  <a:srgbClr val="A31414"/>
                </a:solidFill>
                <a:latin typeface="Consolas" panose="020B0609020204030204"/>
                <a:cs typeface="Consolas" panose="020B0609020204030204"/>
                <a:hlinkClick r:id="rId1"/>
              </a:rPr>
              <a:t>f"https://www.thecocktaildb.com/api/json/v1/1/search.php?s=margarita"</a:t>
            </a:r>
            <a:endParaRPr sz="950">
              <a:latin typeface="Consolas" panose="020B0609020204030204"/>
              <a:cs typeface="Consolas" panose="020B0609020204030204"/>
            </a:endParaRPr>
          </a:p>
        </p:txBody>
      </p:sp>
      <p:sp>
        <p:nvSpPr>
          <p:cNvPr id="7" name="object 7"/>
          <p:cNvSpPr/>
          <p:nvPr/>
        </p:nvSpPr>
        <p:spPr>
          <a:xfrm>
            <a:off x="3655682" y="5011483"/>
            <a:ext cx="5304790" cy="357505"/>
          </a:xfrm>
          <a:custGeom>
            <a:avLst/>
            <a:gdLst/>
            <a:ahLst/>
            <a:cxnLst/>
            <a:rect l="l" t="t" r="r" b="b"/>
            <a:pathLst>
              <a:path w="5304790" h="357504">
                <a:moveTo>
                  <a:pt x="1675155" y="0"/>
                </a:moveTo>
                <a:lnTo>
                  <a:pt x="0" y="0"/>
                </a:lnTo>
                <a:lnTo>
                  <a:pt x="0" y="152400"/>
                </a:lnTo>
                <a:lnTo>
                  <a:pt x="1675155" y="152400"/>
                </a:lnTo>
                <a:lnTo>
                  <a:pt x="1675155" y="0"/>
                </a:lnTo>
                <a:close/>
              </a:path>
              <a:path w="5304790" h="357504">
                <a:moveTo>
                  <a:pt x="5304650" y="204546"/>
                </a:moveTo>
                <a:lnTo>
                  <a:pt x="0" y="204546"/>
                </a:lnTo>
                <a:lnTo>
                  <a:pt x="0" y="356946"/>
                </a:lnTo>
                <a:lnTo>
                  <a:pt x="5304650" y="356946"/>
                </a:lnTo>
                <a:lnTo>
                  <a:pt x="5304650" y="204546"/>
                </a:lnTo>
                <a:close/>
              </a:path>
            </a:pathLst>
          </a:custGeom>
          <a:solidFill>
            <a:srgbClr val="FFFFFF"/>
          </a:solidFill>
        </p:spPr>
        <p:txBody>
          <a:bodyPr wrap="square" lIns="0" tIns="0" rIns="0" bIns="0" rtlCol="0"/>
          <a:lstStyle/>
          <a:p/>
        </p:txBody>
      </p:sp>
      <p:sp>
        <p:nvSpPr>
          <p:cNvPr id="8" name="object 8"/>
          <p:cNvSpPr txBox="1"/>
          <p:nvPr/>
        </p:nvSpPr>
        <p:spPr>
          <a:xfrm>
            <a:off x="3642991" y="2595181"/>
            <a:ext cx="6315710" cy="2814320"/>
          </a:xfrm>
          <a:prstGeom prst="rect">
            <a:avLst/>
          </a:prstGeom>
        </p:spPr>
        <p:txBody>
          <a:bodyPr vert="horz" wrap="square" lIns="0" tIns="12700" rIns="0" bIns="0" rtlCol="0">
            <a:spAutoFit/>
          </a:bodyPr>
          <a:lstStyle/>
          <a:p>
            <a:pPr marL="12700">
              <a:lnSpc>
                <a:spcPct val="100000"/>
              </a:lnSpc>
              <a:spcBef>
                <a:spcPts val="100"/>
              </a:spcBef>
            </a:pPr>
            <a:r>
              <a:rPr sz="950" dirty="0">
                <a:latin typeface="Consolas" panose="020B0609020204030204"/>
                <a:cs typeface="Consolas" panose="020B0609020204030204"/>
              </a:rPr>
              <a:t>response</a:t>
            </a:r>
            <a:r>
              <a:rPr sz="950" spc="-50" dirty="0">
                <a:latin typeface="Consolas" panose="020B0609020204030204"/>
                <a:cs typeface="Consolas" panose="020B0609020204030204"/>
              </a:rPr>
              <a:t> </a:t>
            </a:r>
            <a:r>
              <a:rPr sz="950" dirty="0">
                <a:latin typeface="Consolas" panose="020B0609020204030204"/>
                <a:cs typeface="Consolas" panose="020B0609020204030204"/>
              </a:rPr>
              <a:t>=</a:t>
            </a:r>
            <a:r>
              <a:rPr sz="950" spc="-40" dirty="0">
                <a:latin typeface="Consolas" panose="020B0609020204030204"/>
                <a:cs typeface="Consolas" panose="020B0609020204030204"/>
              </a:rPr>
              <a:t> </a:t>
            </a:r>
            <a:r>
              <a:rPr sz="950" spc="-10" dirty="0">
                <a:solidFill>
                  <a:srgbClr val="6F008A"/>
                </a:solidFill>
                <a:latin typeface="Consolas" panose="020B0609020204030204"/>
                <a:cs typeface="Consolas" panose="020B0609020204030204"/>
              </a:rPr>
              <a:t>requests</a:t>
            </a:r>
            <a:r>
              <a:rPr sz="950" spc="-10" dirty="0">
                <a:latin typeface="Consolas" panose="020B0609020204030204"/>
                <a:cs typeface="Consolas" panose="020B0609020204030204"/>
              </a:rPr>
              <a:t>.get(url)</a:t>
            </a:r>
            <a:endParaRPr sz="950">
              <a:latin typeface="Consolas" panose="020B0609020204030204"/>
              <a:cs typeface="Consolas" panose="020B0609020204030204"/>
            </a:endParaRPr>
          </a:p>
          <a:p>
            <a:pPr marL="12700" marR="4837430">
              <a:lnSpc>
                <a:spcPct val="220000"/>
              </a:lnSpc>
            </a:pPr>
            <a:r>
              <a:rPr sz="950" dirty="0">
                <a:latin typeface="Consolas" panose="020B0609020204030204"/>
                <a:cs typeface="Consolas" panose="020B0609020204030204"/>
              </a:rPr>
              <a:t>data</a:t>
            </a:r>
            <a:r>
              <a:rPr sz="950" spc="-30" dirty="0">
                <a:latin typeface="Consolas" panose="020B0609020204030204"/>
                <a:cs typeface="Consolas" panose="020B0609020204030204"/>
              </a:rPr>
              <a:t> </a:t>
            </a:r>
            <a:r>
              <a:rPr sz="950" dirty="0">
                <a:latin typeface="Consolas" panose="020B0609020204030204"/>
                <a:cs typeface="Consolas" panose="020B0609020204030204"/>
              </a:rPr>
              <a:t>=</a:t>
            </a:r>
            <a:r>
              <a:rPr sz="950" spc="-25" dirty="0">
                <a:latin typeface="Consolas" panose="020B0609020204030204"/>
                <a:cs typeface="Consolas" panose="020B0609020204030204"/>
              </a:rPr>
              <a:t> </a:t>
            </a:r>
            <a:r>
              <a:rPr sz="950" spc="-10" dirty="0">
                <a:latin typeface="Consolas" panose="020B0609020204030204"/>
                <a:cs typeface="Consolas" panose="020B0609020204030204"/>
              </a:rPr>
              <a:t>response.json() print(data)</a:t>
            </a:r>
            <a:endParaRPr sz="950">
              <a:latin typeface="Consolas" panose="020B0609020204030204"/>
              <a:cs typeface="Consolas" panose="020B0609020204030204"/>
            </a:endParaRPr>
          </a:p>
          <a:p>
            <a:pPr>
              <a:lnSpc>
                <a:spcPct val="100000"/>
              </a:lnSpc>
              <a:spcBef>
                <a:spcPts val="255"/>
              </a:spcBef>
            </a:pPr>
            <a:endParaRPr sz="950">
              <a:latin typeface="Consolas" panose="020B0609020204030204"/>
              <a:cs typeface="Consolas" panose="020B0609020204030204"/>
            </a:endParaRPr>
          </a:p>
          <a:p>
            <a:pPr marL="12700">
              <a:lnSpc>
                <a:spcPct val="100000"/>
              </a:lnSpc>
            </a:pPr>
            <a:r>
              <a:rPr sz="950" dirty="0">
                <a:latin typeface="Consolas" panose="020B0609020204030204"/>
                <a:cs typeface="Consolas" panose="020B0609020204030204"/>
              </a:rPr>
              <a:t>drink</a:t>
            </a:r>
            <a:r>
              <a:rPr sz="950" spc="-35" dirty="0">
                <a:latin typeface="Consolas" panose="020B0609020204030204"/>
                <a:cs typeface="Consolas" panose="020B0609020204030204"/>
              </a:rPr>
              <a:t> </a:t>
            </a:r>
            <a:r>
              <a:rPr sz="950" dirty="0">
                <a:latin typeface="Consolas" panose="020B0609020204030204"/>
                <a:cs typeface="Consolas" panose="020B0609020204030204"/>
              </a:rPr>
              <a:t>=</a:t>
            </a:r>
            <a:r>
              <a:rPr sz="950" spc="-30" dirty="0">
                <a:latin typeface="Consolas" panose="020B0609020204030204"/>
                <a:cs typeface="Consolas" panose="020B0609020204030204"/>
              </a:rPr>
              <a:t> </a:t>
            </a:r>
            <a:r>
              <a:rPr sz="950" spc="-10" dirty="0">
                <a:latin typeface="Consolas" panose="020B0609020204030204"/>
                <a:cs typeface="Consolas" panose="020B0609020204030204"/>
              </a:rPr>
              <a:t>data[</a:t>
            </a:r>
            <a:r>
              <a:rPr sz="950" spc="-10" dirty="0">
                <a:solidFill>
                  <a:srgbClr val="A31414"/>
                </a:solidFill>
                <a:latin typeface="Consolas" panose="020B0609020204030204"/>
                <a:cs typeface="Consolas" panose="020B0609020204030204"/>
              </a:rPr>
              <a:t>"drinks"</a:t>
            </a:r>
            <a:r>
              <a:rPr sz="950" spc="-10" dirty="0">
                <a:latin typeface="Consolas" panose="020B0609020204030204"/>
                <a:cs typeface="Consolas" panose="020B0609020204030204"/>
              </a:rPr>
              <a:t>]</a:t>
            </a:r>
            <a:endParaRPr sz="950">
              <a:latin typeface="Consolas" panose="020B0609020204030204"/>
              <a:cs typeface="Consolas" panose="020B0609020204030204"/>
            </a:endParaRPr>
          </a:p>
          <a:p>
            <a:pPr>
              <a:lnSpc>
                <a:spcPct val="100000"/>
              </a:lnSpc>
              <a:spcBef>
                <a:spcPts val="260"/>
              </a:spcBef>
            </a:pPr>
            <a:endParaRPr sz="950">
              <a:latin typeface="Consolas" panose="020B0609020204030204"/>
              <a:cs typeface="Consolas" panose="020B0609020204030204"/>
            </a:endParaRPr>
          </a:p>
          <a:p>
            <a:pPr marL="12700">
              <a:lnSpc>
                <a:spcPct val="100000"/>
              </a:lnSpc>
            </a:pPr>
            <a:r>
              <a:rPr sz="950" dirty="0">
                <a:solidFill>
                  <a:srgbClr val="0000FF"/>
                </a:solidFill>
                <a:latin typeface="Consolas" panose="020B0609020204030204"/>
                <a:cs typeface="Consolas" panose="020B0609020204030204"/>
              </a:rPr>
              <a:t>for</a:t>
            </a:r>
            <a:r>
              <a:rPr sz="950" spc="-25" dirty="0">
                <a:solidFill>
                  <a:srgbClr val="0000FF"/>
                </a:solidFill>
                <a:latin typeface="Consolas" panose="020B0609020204030204"/>
                <a:cs typeface="Consolas" panose="020B0609020204030204"/>
              </a:rPr>
              <a:t> </a:t>
            </a:r>
            <a:r>
              <a:rPr sz="950" dirty="0">
                <a:latin typeface="Consolas" panose="020B0609020204030204"/>
                <a:cs typeface="Consolas" panose="020B0609020204030204"/>
              </a:rPr>
              <a:t>i</a:t>
            </a:r>
            <a:r>
              <a:rPr sz="950" spc="-20" dirty="0">
                <a:latin typeface="Consolas" panose="020B0609020204030204"/>
                <a:cs typeface="Consolas" panose="020B0609020204030204"/>
              </a:rPr>
              <a:t> </a:t>
            </a:r>
            <a:r>
              <a:rPr sz="950" dirty="0">
                <a:solidFill>
                  <a:srgbClr val="0000FF"/>
                </a:solidFill>
                <a:latin typeface="Consolas" panose="020B0609020204030204"/>
                <a:cs typeface="Consolas" panose="020B0609020204030204"/>
              </a:rPr>
              <a:t>in</a:t>
            </a:r>
            <a:r>
              <a:rPr sz="950" spc="-20" dirty="0">
                <a:solidFill>
                  <a:srgbClr val="0000FF"/>
                </a:solidFill>
                <a:latin typeface="Consolas" panose="020B0609020204030204"/>
                <a:cs typeface="Consolas" panose="020B0609020204030204"/>
              </a:rPr>
              <a:t> </a:t>
            </a:r>
            <a:r>
              <a:rPr sz="950" spc="-10" dirty="0">
                <a:solidFill>
                  <a:srgbClr val="2B91AE"/>
                </a:solidFill>
                <a:latin typeface="Consolas" panose="020B0609020204030204"/>
                <a:cs typeface="Consolas" panose="020B0609020204030204"/>
              </a:rPr>
              <a:t>range</a:t>
            </a:r>
            <a:r>
              <a:rPr sz="950" spc="-10" dirty="0">
                <a:latin typeface="Consolas" panose="020B0609020204030204"/>
                <a:cs typeface="Consolas" panose="020B0609020204030204"/>
              </a:rPr>
              <a:t>(0,len(drink)):</a:t>
            </a:r>
            <a:endParaRPr sz="950">
              <a:latin typeface="Consolas" panose="020B0609020204030204"/>
              <a:cs typeface="Consolas" panose="020B0609020204030204"/>
            </a:endParaRPr>
          </a:p>
          <a:p>
            <a:pPr>
              <a:lnSpc>
                <a:spcPct val="100000"/>
              </a:lnSpc>
              <a:spcBef>
                <a:spcPts val="260"/>
              </a:spcBef>
            </a:pPr>
            <a:endParaRPr sz="950">
              <a:latin typeface="Consolas" panose="020B0609020204030204"/>
              <a:cs typeface="Consolas" panose="020B0609020204030204"/>
            </a:endParaRPr>
          </a:p>
          <a:p>
            <a:pPr marL="469900">
              <a:lnSpc>
                <a:spcPct val="100000"/>
              </a:lnSpc>
            </a:pPr>
            <a:r>
              <a:rPr sz="950" dirty="0">
                <a:latin typeface="Consolas" panose="020B0609020204030204"/>
                <a:cs typeface="Consolas" panose="020B0609020204030204"/>
              </a:rPr>
              <a:t>print(</a:t>
            </a:r>
            <a:r>
              <a:rPr sz="950" dirty="0">
                <a:solidFill>
                  <a:srgbClr val="A31414"/>
                </a:solidFill>
                <a:latin typeface="Consolas" panose="020B0609020204030204"/>
                <a:cs typeface="Consolas" panose="020B0609020204030204"/>
              </a:rPr>
              <a:t>"Name</a:t>
            </a:r>
            <a:r>
              <a:rPr sz="950" spc="-40" dirty="0">
                <a:solidFill>
                  <a:srgbClr val="A31414"/>
                </a:solidFill>
                <a:latin typeface="Consolas" panose="020B0609020204030204"/>
                <a:cs typeface="Consolas" panose="020B0609020204030204"/>
              </a:rPr>
              <a:t> </a:t>
            </a:r>
            <a:r>
              <a:rPr sz="950" dirty="0">
                <a:solidFill>
                  <a:srgbClr val="A31414"/>
                </a:solidFill>
                <a:latin typeface="Consolas" panose="020B0609020204030204"/>
                <a:cs typeface="Consolas" panose="020B0609020204030204"/>
              </a:rPr>
              <a:t>of</a:t>
            </a:r>
            <a:r>
              <a:rPr sz="950" spc="-35" dirty="0">
                <a:solidFill>
                  <a:srgbClr val="A31414"/>
                </a:solidFill>
                <a:latin typeface="Consolas" panose="020B0609020204030204"/>
                <a:cs typeface="Consolas" panose="020B0609020204030204"/>
              </a:rPr>
              <a:t> </a:t>
            </a:r>
            <a:r>
              <a:rPr sz="950" dirty="0">
                <a:solidFill>
                  <a:srgbClr val="A31414"/>
                </a:solidFill>
                <a:latin typeface="Consolas" panose="020B0609020204030204"/>
                <a:cs typeface="Consolas" panose="020B0609020204030204"/>
              </a:rPr>
              <a:t>drink</a:t>
            </a:r>
            <a:r>
              <a:rPr sz="950" spc="-35" dirty="0">
                <a:solidFill>
                  <a:srgbClr val="A31414"/>
                </a:solidFill>
                <a:latin typeface="Consolas" panose="020B0609020204030204"/>
                <a:cs typeface="Consolas" panose="020B0609020204030204"/>
              </a:rPr>
              <a:t> </a:t>
            </a:r>
            <a:r>
              <a:rPr sz="950" dirty="0">
                <a:solidFill>
                  <a:srgbClr val="A31414"/>
                </a:solidFill>
                <a:latin typeface="Consolas" panose="020B0609020204030204"/>
                <a:cs typeface="Consolas" panose="020B0609020204030204"/>
              </a:rPr>
              <a:t>is</a:t>
            </a:r>
            <a:r>
              <a:rPr sz="950" spc="-35" dirty="0">
                <a:solidFill>
                  <a:srgbClr val="A31414"/>
                </a:solidFill>
                <a:latin typeface="Consolas" panose="020B0609020204030204"/>
                <a:cs typeface="Consolas" panose="020B0609020204030204"/>
              </a:rPr>
              <a:t> </a:t>
            </a:r>
            <a:r>
              <a:rPr sz="950" spc="-10" dirty="0">
                <a:solidFill>
                  <a:srgbClr val="A31414"/>
                </a:solidFill>
                <a:latin typeface="Consolas" panose="020B0609020204030204"/>
                <a:cs typeface="Consolas" panose="020B0609020204030204"/>
              </a:rPr>
              <a:t>"</a:t>
            </a:r>
            <a:r>
              <a:rPr sz="950" spc="-10" dirty="0">
                <a:latin typeface="Consolas" panose="020B0609020204030204"/>
                <a:cs typeface="Consolas" panose="020B0609020204030204"/>
              </a:rPr>
              <a:t>,drink[i][</a:t>
            </a:r>
            <a:r>
              <a:rPr sz="950" spc="-10" dirty="0">
                <a:solidFill>
                  <a:srgbClr val="A31414"/>
                </a:solidFill>
                <a:latin typeface="Consolas" panose="020B0609020204030204"/>
                <a:cs typeface="Consolas" panose="020B0609020204030204"/>
              </a:rPr>
              <a:t>'strDrink'</a:t>
            </a:r>
            <a:r>
              <a:rPr sz="950" spc="-10" dirty="0">
                <a:latin typeface="Consolas" panose="020B0609020204030204"/>
                <a:cs typeface="Consolas" panose="020B0609020204030204"/>
              </a:rPr>
              <a:t>],</a:t>
            </a:r>
            <a:r>
              <a:rPr sz="950" spc="-10" dirty="0">
                <a:solidFill>
                  <a:srgbClr val="A31414"/>
                </a:solidFill>
                <a:latin typeface="Consolas" panose="020B0609020204030204"/>
                <a:cs typeface="Consolas" panose="020B0609020204030204"/>
              </a:rPr>
              <a:t>"</a:t>
            </a:r>
            <a:r>
              <a:rPr sz="950" spc="-35" dirty="0">
                <a:solidFill>
                  <a:srgbClr val="A31414"/>
                </a:solidFill>
                <a:latin typeface="Consolas" panose="020B0609020204030204"/>
                <a:cs typeface="Consolas" panose="020B0609020204030204"/>
              </a:rPr>
              <a:t> </a:t>
            </a:r>
            <a:r>
              <a:rPr sz="950" dirty="0">
                <a:solidFill>
                  <a:srgbClr val="A31414"/>
                </a:solidFill>
                <a:latin typeface="Consolas" panose="020B0609020204030204"/>
                <a:cs typeface="Consolas" panose="020B0609020204030204"/>
              </a:rPr>
              <a:t>\nID</a:t>
            </a:r>
            <a:r>
              <a:rPr sz="950" spc="-35" dirty="0">
                <a:solidFill>
                  <a:srgbClr val="A31414"/>
                </a:solidFill>
                <a:latin typeface="Consolas" panose="020B0609020204030204"/>
                <a:cs typeface="Consolas" panose="020B0609020204030204"/>
              </a:rPr>
              <a:t> </a:t>
            </a:r>
            <a:r>
              <a:rPr sz="950" dirty="0">
                <a:solidFill>
                  <a:srgbClr val="A31414"/>
                </a:solidFill>
                <a:latin typeface="Consolas" panose="020B0609020204030204"/>
                <a:cs typeface="Consolas" panose="020B0609020204030204"/>
              </a:rPr>
              <a:t>of</a:t>
            </a:r>
            <a:r>
              <a:rPr sz="950" spc="-35" dirty="0">
                <a:solidFill>
                  <a:srgbClr val="A31414"/>
                </a:solidFill>
                <a:latin typeface="Consolas" panose="020B0609020204030204"/>
                <a:cs typeface="Consolas" panose="020B0609020204030204"/>
              </a:rPr>
              <a:t> </a:t>
            </a:r>
            <a:r>
              <a:rPr sz="950" dirty="0">
                <a:solidFill>
                  <a:srgbClr val="A31414"/>
                </a:solidFill>
                <a:latin typeface="Consolas" panose="020B0609020204030204"/>
                <a:cs typeface="Consolas" panose="020B0609020204030204"/>
              </a:rPr>
              <a:t>drink</a:t>
            </a:r>
            <a:r>
              <a:rPr sz="950" spc="-35" dirty="0">
                <a:solidFill>
                  <a:srgbClr val="A31414"/>
                </a:solidFill>
                <a:latin typeface="Consolas" panose="020B0609020204030204"/>
                <a:cs typeface="Consolas" panose="020B0609020204030204"/>
              </a:rPr>
              <a:t> </a:t>
            </a:r>
            <a:r>
              <a:rPr sz="950" dirty="0">
                <a:solidFill>
                  <a:srgbClr val="A31414"/>
                </a:solidFill>
                <a:latin typeface="Consolas" panose="020B0609020204030204"/>
                <a:cs typeface="Consolas" panose="020B0609020204030204"/>
              </a:rPr>
              <a:t>is</a:t>
            </a:r>
            <a:r>
              <a:rPr sz="950" spc="-35" dirty="0">
                <a:solidFill>
                  <a:srgbClr val="A31414"/>
                </a:solidFill>
                <a:latin typeface="Consolas" panose="020B0609020204030204"/>
                <a:cs typeface="Consolas" panose="020B0609020204030204"/>
              </a:rPr>
              <a:t> </a:t>
            </a:r>
            <a:r>
              <a:rPr sz="950" spc="-10" dirty="0">
                <a:solidFill>
                  <a:srgbClr val="A31414"/>
                </a:solidFill>
                <a:latin typeface="Consolas" panose="020B0609020204030204"/>
                <a:cs typeface="Consolas" panose="020B0609020204030204"/>
              </a:rPr>
              <a:t>"</a:t>
            </a:r>
            <a:r>
              <a:rPr sz="950" spc="-10" dirty="0">
                <a:latin typeface="Consolas" panose="020B0609020204030204"/>
                <a:cs typeface="Consolas" panose="020B0609020204030204"/>
              </a:rPr>
              <a:t>,drink[i][</a:t>
            </a:r>
            <a:r>
              <a:rPr sz="950" spc="-10" dirty="0">
                <a:solidFill>
                  <a:srgbClr val="A31414"/>
                </a:solidFill>
                <a:latin typeface="Consolas" panose="020B0609020204030204"/>
                <a:cs typeface="Consolas" panose="020B0609020204030204"/>
              </a:rPr>
              <a:t>'idDrink'</a:t>
            </a:r>
            <a:r>
              <a:rPr sz="950" spc="-10" dirty="0">
                <a:latin typeface="Consolas" panose="020B0609020204030204"/>
                <a:cs typeface="Consolas" panose="020B0609020204030204"/>
              </a:rPr>
              <a:t>])</a:t>
            </a:r>
            <a:endParaRPr sz="950">
              <a:latin typeface="Consolas" panose="020B0609020204030204"/>
              <a:cs typeface="Consolas" panose="020B0609020204030204"/>
            </a:endParaRPr>
          </a:p>
          <a:p>
            <a:pPr>
              <a:lnSpc>
                <a:spcPct val="100000"/>
              </a:lnSpc>
              <a:spcBef>
                <a:spcPts val="255"/>
              </a:spcBef>
            </a:pPr>
            <a:endParaRPr sz="950">
              <a:latin typeface="Consolas" panose="020B0609020204030204"/>
              <a:cs typeface="Consolas" panose="020B0609020204030204"/>
            </a:endParaRPr>
          </a:p>
          <a:p>
            <a:pPr marL="12700">
              <a:lnSpc>
                <a:spcPct val="100000"/>
              </a:lnSpc>
              <a:spcBef>
                <a:spcPts val="5"/>
              </a:spcBef>
            </a:pPr>
            <a:r>
              <a:rPr sz="950" dirty="0">
                <a:latin typeface="Consolas" panose="020B0609020204030204"/>
                <a:cs typeface="Consolas" panose="020B0609020204030204"/>
              </a:rPr>
              <a:t>#</a:t>
            </a:r>
            <a:r>
              <a:rPr sz="950" spc="-15" dirty="0">
                <a:latin typeface="Consolas" panose="020B0609020204030204"/>
                <a:cs typeface="Consolas" panose="020B0609020204030204"/>
              </a:rPr>
              <a:t> </a:t>
            </a:r>
            <a:r>
              <a:rPr sz="950" spc="-25" dirty="0">
                <a:latin typeface="Consolas" panose="020B0609020204030204"/>
                <a:cs typeface="Consolas" panose="020B0609020204030204"/>
              </a:rPr>
              <a:t>or</a:t>
            </a:r>
            <a:endParaRPr sz="950">
              <a:latin typeface="Consolas" panose="020B0609020204030204"/>
              <a:cs typeface="Consolas" panose="020B0609020204030204"/>
            </a:endParaRPr>
          </a:p>
          <a:p>
            <a:pPr>
              <a:lnSpc>
                <a:spcPct val="100000"/>
              </a:lnSpc>
            </a:pPr>
            <a:endParaRPr sz="950">
              <a:latin typeface="Consolas" panose="020B0609020204030204"/>
              <a:cs typeface="Consolas" panose="020B0609020204030204"/>
            </a:endParaRPr>
          </a:p>
          <a:p>
            <a:pPr>
              <a:lnSpc>
                <a:spcPct val="100000"/>
              </a:lnSpc>
              <a:spcBef>
                <a:spcPts val="450"/>
              </a:spcBef>
            </a:pPr>
            <a:endParaRPr sz="950">
              <a:latin typeface="Consolas" panose="020B0609020204030204"/>
              <a:cs typeface="Consolas" panose="020B0609020204030204"/>
            </a:endParaRPr>
          </a:p>
          <a:p>
            <a:pPr marL="12700">
              <a:lnSpc>
                <a:spcPct val="100000"/>
              </a:lnSpc>
              <a:spcBef>
                <a:spcPts val="5"/>
              </a:spcBef>
            </a:pPr>
            <a:r>
              <a:rPr sz="1000" dirty="0">
                <a:solidFill>
                  <a:srgbClr val="AE00DB"/>
                </a:solidFill>
                <a:latin typeface="Consolas" panose="020B0609020204030204"/>
                <a:cs typeface="Consolas" panose="020B0609020204030204"/>
              </a:rPr>
              <a:t>for</a:t>
            </a:r>
            <a:r>
              <a:rPr sz="1000" spc="-20" dirty="0">
                <a:solidFill>
                  <a:srgbClr val="AE00DB"/>
                </a:solidFill>
                <a:latin typeface="Consolas" panose="020B0609020204030204"/>
                <a:cs typeface="Consolas" panose="020B0609020204030204"/>
              </a:rPr>
              <a:t> </a:t>
            </a:r>
            <a:r>
              <a:rPr sz="1000" dirty="0">
                <a:solidFill>
                  <a:srgbClr val="001080"/>
                </a:solidFill>
                <a:latin typeface="Consolas" panose="020B0609020204030204"/>
                <a:cs typeface="Consolas" panose="020B0609020204030204"/>
              </a:rPr>
              <a:t>i</a:t>
            </a:r>
            <a:r>
              <a:rPr sz="1000" spc="-20" dirty="0">
                <a:solidFill>
                  <a:srgbClr val="001080"/>
                </a:solidFill>
                <a:latin typeface="Consolas" panose="020B0609020204030204"/>
                <a:cs typeface="Consolas" panose="020B0609020204030204"/>
              </a:rPr>
              <a:t> </a:t>
            </a:r>
            <a:r>
              <a:rPr sz="1000" dirty="0">
                <a:solidFill>
                  <a:srgbClr val="AE00DB"/>
                </a:solidFill>
                <a:latin typeface="Consolas" panose="020B0609020204030204"/>
                <a:cs typeface="Consolas" panose="020B0609020204030204"/>
              </a:rPr>
              <a:t>in</a:t>
            </a:r>
            <a:r>
              <a:rPr sz="1000" spc="-15" dirty="0">
                <a:solidFill>
                  <a:srgbClr val="AE00DB"/>
                </a:solidFill>
                <a:latin typeface="Consolas" panose="020B0609020204030204"/>
                <a:cs typeface="Consolas" panose="020B0609020204030204"/>
              </a:rPr>
              <a:t> </a:t>
            </a:r>
            <a:r>
              <a:rPr sz="1000" spc="-10" dirty="0">
                <a:solidFill>
                  <a:srgbClr val="001080"/>
                </a:solidFill>
                <a:latin typeface="Consolas" panose="020B0609020204030204"/>
                <a:cs typeface="Consolas" panose="020B0609020204030204"/>
              </a:rPr>
              <a:t>data</a:t>
            </a:r>
            <a:r>
              <a:rPr sz="1000" spc="-10" dirty="0">
                <a:latin typeface="Consolas" panose="020B0609020204030204"/>
                <a:cs typeface="Consolas" panose="020B0609020204030204"/>
              </a:rPr>
              <a:t>[</a:t>
            </a:r>
            <a:r>
              <a:rPr sz="1000" spc="-10" dirty="0">
                <a:solidFill>
                  <a:srgbClr val="A31414"/>
                </a:solidFill>
                <a:latin typeface="Consolas" panose="020B0609020204030204"/>
                <a:cs typeface="Consolas" panose="020B0609020204030204"/>
              </a:rPr>
              <a:t>"drinks"</a:t>
            </a:r>
            <a:r>
              <a:rPr sz="1000" spc="-10" dirty="0">
                <a:latin typeface="Consolas" panose="020B0609020204030204"/>
                <a:cs typeface="Consolas" panose="020B0609020204030204"/>
              </a:rPr>
              <a:t>]:</a:t>
            </a:r>
            <a:endParaRPr sz="1000">
              <a:latin typeface="Consolas" panose="020B0609020204030204"/>
              <a:cs typeface="Consolas" panose="020B0609020204030204"/>
            </a:endParaRPr>
          </a:p>
          <a:p>
            <a:pPr marL="151765">
              <a:lnSpc>
                <a:spcPct val="100000"/>
              </a:lnSpc>
              <a:spcBef>
                <a:spcPts val="410"/>
              </a:spcBef>
            </a:pPr>
            <a:r>
              <a:rPr sz="1000" dirty="0">
                <a:solidFill>
                  <a:srgbClr val="785E26"/>
                </a:solidFill>
                <a:latin typeface="Consolas" panose="020B0609020204030204"/>
                <a:cs typeface="Consolas" panose="020B0609020204030204"/>
              </a:rPr>
              <a:t>print</a:t>
            </a:r>
            <a:r>
              <a:rPr sz="1000" dirty="0">
                <a:latin typeface="Consolas" panose="020B0609020204030204"/>
                <a:cs typeface="Consolas" panose="020B0609020204030204"/>
              </a:rPr>
              <a:t>(</a:t>
            </a:r>
            <a:r>
              <a:rPr sz="1000" dirty="0">
                <a:solidFill>
                  <a:srgbClr val="A31414"/>
                </a:solidFill>
                <a:latin typeface="Consolas" panose="020B0609020204030204"/>
                <a:cs typeface="Consolas" panose="020B0609020204030204"/>
              </a:rPr>
              <a:t>"Name</a:t>
            </a:r>
            <a:r>
              <a:rPr sz="1000" spc="-45" dirty="0">
                <a:solidFill>
                  <a:srgbClr val="A31414"/>
                </a:solidFill>
                <a:latin typeface="Consolas" panose="020B0609020204030204"/>
                <a:cs typeface="Consolas" panose="020B0609020204030204"/>
              </a:rPr>
              <a:t> </a:t>
            </a:r>
            <a:r>
              <a:rPr sz="1000" dirty="0">
                <a:solidFill>
                  <a:srgbClr val="A31414"/>
                </a:solidFill>
                <a:latin typeface="Consolas" panose="020B0609020204030204"/>
                <a:cs typeface="Consolas" panose="020B0609020204030204"/>
              </a:rPr>
              <a:t>of</a:t>
            </a:r>
            <a:r>
              <a:rPr sz="1000" spc="-35" dirty="0">
                <a:solidFill>
                  <a:srgbClr val="A31414"/>
                </a:solidFill>
                <a:latin typeface="Consolas" panose="020B0609020204030204"/>
                <a:cs typeface="Consolas" panose="020B0609020204030204"/>
              </a:rPr>
              <a:t> </a:t>
            </a:r>
            <a:r>
              <a:rPr sz="1000" dirty="0">
                <a:solidFill>
                  <a:srgbClr val="A31414"/>
                </a:solidFill>
                <a:latin typeface="Consolas" panose="020B0609020204030204"/>
                <a:cs typeface="Consolas" panose="020B0609020204030204"/>
              </a:rPr>
              <a:t>drink</a:t>
            </a:r>
            <a:r>
              <a:rPr sz="1000" spc="-35" dirty="0">
                <a:solidFill>
                  <a:srgbClr val="A31414"/>
                </a:solidFill>
                <a:latin typeface="Consolas" panose="020B0609020204030204"/>
                <a:cs typeface="Consolas" panose="020B0609020204030204"/>
              </a:rPr>
              <a:t> </a:t>
            </a:r>
            <a:r>
              <a:rPr sz="1000" dirty="0">
                <a:solidFill>
                  <a:srgbClr val="A31414"/>
                </a:solidFill>
                <a:latin typeface="Consolas" panose="020B0609020204030204"/>
                <a:cs typeface="Consolas" panose="020B0609020204030204"/>
              </a:rPr>
              <a:t>is</a:t>
            </a:r>
            <a:r>
              <a:rPr sz="1000" spc="-35" dirty="0">
                <a:solidFill>
                  <a:srgbClr val="A31414"/>
                </a:solidFill>
                <a:latin typeface="Consolas" panose="020B0609020204030204"/>
                <a:cs typeface="Consolas" panose="020B0609020204030204"/>
              </a:rPr>
              <a:t> </a:t>
            </a:r>
            <a:r>
              <a:rPr sz="1000" spc="-10" dirty="0">
                <a:solidFill>
                  <a:srgbClr val="A31414"/>
                </a:solidFill>
                <a:latin typeface="Consolas" panose="020B0609020204030204"/>
                <a:cs typeface="Consolas" panose="020B0609020204030204"/>
              </a:rPr>
              <a:t>"</a:t>
            </a:r>
            <a:r>
              <a:rPr sz="1000" spc="-10" dirty="0">
                <a:latin typeface="Consolas" panose="020B0609020204030204"/>
                <a:cs typeface="Consolas" panose="020B0609020204030204"/>
              </a:rPr>
              <a:t>,</a:t>
            </a:r>
            <a:r>
              <a:rPr sz="1000" spc="-10" dirty="0">
                <a:solidFill>
                  <a:srgbClr val="001080"/>
                </a:solidFill>
                <a:latin typeface="Consolas" panose="020B0609020204030204"/>
                <a:cs typeface="Consolas" panose="020B0609020204030204"/>
              </a:rPr>
              <a:t>i</a:t>
            </a:r>
            <a:r>
              <a:rPr sz="1000" spc="-10" dirty="0">
                <a:latin typeface="Consolas" panose="020B0609020204030204"/>
                <a:cs typeface="Consolas" panose="020B0609020204030204"/>
              </a:rPr>
              <a:t>[</a:t>
            </a:r>
            <a:r>
              <a:rPr sz="1000" spc="-10" dirty="0">
                <a:solidFill>
                  <a:srgbClr val="A31414"/>
                </a:solidFill>
                <a:latin typeface="Consolas" panose="020B0609020204030204"/>
                <a:cs typeface="Consolas" panose="020B0609020204030204"/>
              </a:rPr>
              <a:t>'strDrink'</a:t>
            </a:r>
            <a:r>
              <a:rPr sz="1000" spc="-10" dirty="0">
                <a:latin typeface="Consolas" panose="020B0609020204030204"/>
                <a:cs typeface="Consolas" panose="020B0609020204030204"/>
              </a:rPr>
              <a:t>],</a:t>
            </a:r>
            <a:r>
              <a:rPr sz="1000" spc="-10" dirty="0">
                <a:solidFill>
                  <a:srgbClr val="A31414"/>
                </a:solidFill>
                <a:latin typeface="Consolas" panose="020B0609020204030204"/>
                <a:cs typeface="Consolas" panose="020B0609020204030204"/>
              </a:rPr>
              <a:t>"</a:t>
            </a:r>
            <a:r>
              <a:rPr sz="1000" spc="-35" dirty="0">
                <a:solidFill>
                  <a:srgbClr val="A31414"/>
                </a:solidFill>
                <a:latin typeface="Consolas" panose="020B0609020204030204"/>
                <a:cs typeface="Consolas" panose="020B0609020204030204"/>
              </a:rPr>
              <a:t> </a:t>
            </a:r>
            <a:r>
              <a:rPr sz="1000" dirty="0">
                <a:solidFill>
                  <a:srgbClr val="EE0000"/>
                </a:solidFill>
                <a:latin typeface="Consolas" panose="020B0609020204030204"/>
                <a:cs typeface="Consolas" panose="020B0609020204030204"/>
              </a:rPr>
              <a:t>\n</a:t>
            </a:r>
            <a:r>
              <a:rPr sz="1000" dirty="0">
                <a:solidFill>
                  <a:srgbClr val="A31414"/>
                </a:solidFill>
                <a:latin typeface="Consolas" panose="020B0609020204030204"/>
                <a:cs typeface="Consolas" panose="020B0609020204030204"/>
              </a:rPr>
              <a:t>ID</a:t>
            </a:r>
            <a:r>
              <a:rPr sz="1000" spc="-35" dirty="0">
                <a:solidFill>
                  <a:srgbClr val="A31414"/>
                </a:solidFill>
                <a:latin typeface="Consolas" panose="020B0609020204030204"/>
                <a:cs typeface="Consolas" panose="020B0609020204030204"/>
              </a:rPr>
              <a:t> </a:t>
            </a:r>
            <a:r>
              <a:rPr sz="1000" dirty="0">
                <a:solidFill>
                  <a:srgbClr val="A31414"/>
                </a:solidFill>
                <a:latin typeface="Consolas" panose="020B0609020204030204"/>
                <a:cs typeface="Consolas" panose="020B0609020204030204"/>
              </a:rPr>
              <a:t>of</a:t>
            </a:r>
            <a:r>
              <a:rPr sz="1000" spc="-35" dirty="0">
                <a:solidFill>
                  <a:srgbClr val="A31414"/>
                </a:solidFill>
                <a:latin typeface="Consolas" panose="020B0609020204030204"/>
                <a:cs typeface="Consolas" panose="020B0609020204030204"/>
              </a:rPr>
              <a:t> </a:t>
            </a:r>
            <a:r>
              <a:rPr sz="1000" dirty="0">
                <a:solidFill>
                  <a:srgbClr val="A31414"/>
                </a:solidFill>
                <a:latin typeface="Consolas" panose="020B0609020204030204"/>
                <a:cs typeface="Consolas" panose="020B0609020204030204"/>
              </a:rPr>
              <a:t>drink</a:t>
            </a:r>
            <a:r>
              <a:rPr sz="1000" spc="-35" dirty="0">
                <a:solidFill>
                  <a:srgbClr val="A31414"/>
                </a:solidFill>
                <a:latin typeface="Consolas" panose="020B0609020204030204"/>
                <a:cs typeface="Consolas" panose="020B0609020204030204"/>
              </a:rPr>
              <a:t> </a:t>
            </a:r>
            <a:r>
              <a:rPr sz="1000" dirty="0">
                <a:solidFill>
                  <a:srgbClr val="A31414"/>
                </a:solidFill>
                <a:latin typeface="Consolas" panose="020B0609020204030204"/>
                <a:cs typeface="Consolas" panose="020B0609020204030204"/>
              </a:rPr>
              <a:t>is</a:t>
            </a:r>
            <a:r>
              <a:rPr sz="1000" spc="-35" dirty="0">
                <a:solidFill>
                  <a:srgbClr val="A31414"/>
                </a:solidFill>
                <a:latin typeface="Consolas" panose="020B0609020204030204"/>
                <a:cs typeface="Consolas" panose="020B0609020204030204"/>
              </a:rPr>
              <a:t> </a:t>
            </a:r>
            <a:r>
              <a:rPr sz="1000" spc="-10" dirty="0">
                <a:solidFill>
                  <a:srgbClr val="A31414"/>
                </a:solidFill>
                <a:latin typeface="Consolas" panose="020B0609020204030204"/>
                <a:cs typeface="Consolas" panose="020B0609020204030204"/>
              </a:rPr>
              <a:t>"</a:t>
            </a:r>
            <a:r>
              <a:rPr sz="1000" spc="-10" dirty="0">
                <a:latin typeface="Consolas" panose="020B0609020204030204"/>
                <a:cs typeface="Consolas" panose="020B0609020204030204"/>
              </a:rPr>
              <a:t>,</a:t>
            </a:r>
            <a:r>
              <a:rPr sz="1000" spc="-10" dirty="0">
                <a:solidFill>
                  <a:srgbClr val="001080"/>
                </a:solidFill>
                <a:latin typeface="Consolas" panose="020B0609020204030204"/>
                <a:cs typeface="Consolas" panose="020B0609020204030204"/>
              </a:rPr>
              <a:t>i</a:t>
            </a:r>
            <a:r>
              <a:rPr sz="1000" spc="-10" dirty="0">
                <a:latin typeface="Consolas" panose="020B0609020204030204"/>
                <a:cs typeface="Consolas" panose="020B0609020204030204"/>
              </a:rPr>
              <a:t>[</a:t>
            </a:r>
            <a:r>
              <a:rPr sz="1000" spc="-10" dirty="0">
                <a:solidFill>
                  <a:srgbClr val="A31414"/>
                </a:solidFill>
                <a:latin typeface="Consolas" panose="020B0609020204030204"/>
                <a:cs typeface="Consolas" panose="020B0609020204030204"/>
              </a:rPr>
              <a:t>'idDrink'</a:t>
            </a:r>
            <a:r>
              <a:rPr sz="1000" spc="-10" dirty="0">
                <a:latin typeface="Consolas" panose="020B0609020204030204"/>
                <a:cs typeface="Consolas" panose="020B0609020204030204"/>
              </a:rPr>
              <a:t>])</a:t>
            </a:r>
            <a:endParaRPr sz="1000">
              <a:latin typeface="Consolas" panose="020B0609020204030204"/>
              <a:cs typeface="Consolas" panose="020B0609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96692"/>
            <a:ext cx="10972800" cy="570230"/>
          </a:xfrm>
          <a:prstGeom prst="rect">
            <a:avLst/>
          </a:prstGeom>
        </p:spPr>
        <p:txBody>
          <a:bodyPr vert="horz" wrap="square" lIns="0" tIns="16933" rIns="0" bIns="0" rtlCol="0">
            <a:spAutoFit/>
          </a:bodyPr>
          <a:lstStyle/>
          <a:p>
            <a:pPr marL="12700">
              <a:lnSpc>
                <a:spcPct val="100000"/>
              </a:lnSpc>
              <a:spcBef>
                <a:spcPts val="100"/>
              </a:spcBef>
            </a:pPr>
            <a:r>
              <a:rPr spc="-200" dirty="0"/>
              <a:t>Exercise</a:t>
            </a:r>
            <a:endParaRPr spc="-200" dirty="0"/>
          </a:p>
        </p:txBody>
      </p:sp>
      <p:sp>
        <p:nvSpPr>
          <p:cNvPr id="3" name="object 3"/>
          <p:cNvSpPr txBox="1"/>
          <p:nvPr/>
        </p:nvSpPr>
        <p:spPr>
          <a:xfrm>
            <a:off x="1935900" y="2879156"/>
            <a:ext cx="5878407" cy="1536065"/>
          </a:xfrm>
          <a:prstGeom prst="rect">
            <a:avLst/>
          </a:prstGeom>
        </p:spPr>
        <p:txBody>
          <a:bodyPr vert="horz" wrap="square" lIns="0" tIns="16933" rIns="0" bIns="0" rtlCol="0">
            <a:spAutoFit/>
          </a:bodyPr>
          <a:lstStyle/>
          <a:p>
            <a:pPr marL="12700">
              <a:lnSpc>
                <a:spcPct val="100000"/>
              </a:lnSpc>
              <a:spcBef>
                <a:spcPts val="100"/>
              </a:spcBef>
            </a:pPr>
            <a:r>
              <a:rPr sz="3065" spc="-10" dirty="0">
                <a:solidFill>
                  <a:srgbClr val="373737"/>
                </a:solidFill>
                <a:latin typeface="Tahoma" panose="020B0604030504040204"/>
                <a:cs typeface="Tahoma" panose="020B0604030504040204"/>
              </a:rPr>
              <a:t>Using</a:t>
            </a:r>
            <a:r>
              <a:rPr sz="3065" spc="-165" dirty="0">
                <a:solidFill>
                  <a:srgbClr val="373737"/>
                </a:solidFill>
                <a:latin typeface="Tahoma" panose="020B0604030504040204"/>
                <a:cs typeface="Tahoma" panose="020B0604030504040204"/>
              </a:rPr>
              <a:t> </a:t>
            </a:r>
            <a:r>
              <a:rPr sz="3065" dirty="0">
                <a:solidFill>
                  <a:srgbClr val="373737"/>
                </a:solidFill>
                <a:latin typeface="Tahoma" panose="020B0604030504040204"/>
                <a:cs typeface="Tahoma" panose="020B0604030504040204"/>
              </a:rPr>
              <a:t>cocktailDB</a:t>
            </a:r>
            <a:r>
              <a:rPr sz="3065" spc="-155" dirty="0">
                <a:solidFill>
                  <a:srgbClr val="373737"/>
                </a:solidFill>
                <a:latin typeface="Tahoma" panose="020B0604030504040204"/>
                <a:cs typeface="Tahoma" panose="020B0604030504040204"/>
              </a:rPr>
              <a:t> </a:t>
            </a:r>
            <a:r>
              <a:rPr sz="3065" spc="-25" dirty="0">
                <a:solidFill>
                  <a:srgbClr val="373737"/>
                </a:solidFill>
                <a:latin typeface="Tahoma" panose="020B0604030504040204"/>
                <a:cs typeface="Tahoma" panose="020B0604030504040204"/>
              </a:rPr>
              <a:t>API</a:t>
            </a:r>
            <a:endParaRPr sz="3065">
              <a:latin typeface="Tahoma" panose="020B0604030504040204"/>
              <a:cs typeface="Tahoma" panose="020B0604030504040204"/>
            </a:endParaRPr>
          </a:p>
          <a:p>
            <a:pPr>
              <a:lnSpc>
                <a:spcPct val="100000"/>
              </a:lnSpc>
              <a:spcBef>
                <a:spcPts val="810"/>
              </a:spcBef>
            </a:pPr>
            <a:endParaRPr sz="3065">
              <a:latin typeface="Tahoma" panose="020B0604030504040204"/>
              <a:cs typeface="Tahoma" panose="020B0604030504040204"/>
            </a:endParaRPr>
          </a:p>
          <a:p>
            <a:pPr marL="469265" indent="-404495">
              <a:lnSpc>
                <a:spcPct val="100000"/>
              </a:lnSpc>
              <a:buFont typeface="Microsoft Sans Serif" panose="020B0604020202020204"/>
              <a:buChar char="●"/>
              <a:tabLst>
                <a:tab pos="469265" algn="l"/>
              </a:tabLst>
            </a:pPr>
            <a:r>
              <a:rPr sz="3065" spc="-10" dirty="0">
                <a:solidFill>
                  <a:srgbClr val="373737"/>
                </a:solidFill>
                <a:latin typeface="Tahoma" panose="020B0604030504040204"/>
                <a:cs typeface="Tahoma" panose="020B0604030504040204"/>
              </a:rPr>
              <a:t>Retrieve</a:t>
            </a:r>
            <a:r>
              <a:rPr sz="3065" spc="-270" dirty="0">
                <a:solidFill>
                  <a:srgbClr val="373737"/>
                </a:solidFill>
                <a:latin typeface="Tahoma" panose="020B0604030504040204"/>
                <a:cs typeface="Tahoma" panose="020B0604030504040204"/>
              </a:rPr>
              <a:t> </a:t>
            </a:r>
            <a:r>
              <a:rPr sz="3065" spc="-80" dirty="0">
                <a:solidFill>
                  <a:srgbClr val="373737"/>
                </a:solidFill>
                <a:latin typeface="Tahoma" panose="020B0604030504040204"/>
                <a:cs typeface="Tahoma" panose="020B0604030504040204"/>
              </a:rPr>
              <a:t>image</a:t>
            </a:r>
            <a:r>
              <a:rPr sz="3065" spc="-265" dirty="0">
                <a:solidFill>
                  <a:srgbClr val="373737"/>
                </a:solidFill>
                <a:latin typeface="Tahoma" panose="020B0604030504040204"/>
                <a:cs typeface="Tahoma" panose="020B0604030504040204"/>
              </a:rPr>
              <a:t> </a:t>
            </a:r>
            <a:r>
              <a:rPr sz="3065" dirty="0">
                <a:solidFill>
                  <a:srgbClr val="373737"/>
                </a:solidFill>
                <a:latin typeface="Tahoma" panose="020B0604030504040204"/>
                <a:cs typeface="Tahoma" panose="020B0604030504040204"/>
              </a:rPr>
              <a:t>into</a:t>
            </a:r>
            <a:r>
              <a:rPr sz="3065" spc="-265" dirty="0">
                <a:solidFill>
                  <a:srgbClr val="373737"/>
                </a:solidFill>
                <a:latin typeface="Tahoma" panose="020B0604030504040204"/>
                <a:cs typeface="Tahoma" panose="020B0604030504040204"/>
              </a:rPr>
              <a:t> </a:t>
            </a:r>
            <a:r>
              <a:rPr sz="3065" dirty="0">
                <a:solidFill>
                  <a:srgbClr val="373737"/>
                </a:solidFill>
                <a:latin typeface="Tahoma" panose="020B0604030504040204"/>
                <a:cs typeface="Tahoma" panose="020B0604030504040204"/>
              </a:rPr>
              <a:t>Tkinter</a:t>
            </a:r>
            <a:r>
              <a:rPr sz="3065" spc="-265" dirty="0">
                <a:solidFill>
                  <a:srgbClr val="373737"/>
                </a:solidFill>
                <a:latin typeface="Tahoma" panose="020B0604030504040204"/>
                <a:cs typeface="Tahoma" panose="020B0604030504040204"/>
              </a:rPr>
              <a:t> </a:t>
            </a:r>
            <a:r>
              <a:rPr sz="3065" spc="-25" dirty="0">
                <a:solidFill>
                  <a:srgbClr val="373737"/>
                </a:solidFill>
                <a:latin typeface="Tahoma" panose="020B0604030504040204"/>
                <a:cs typeface="Tahoma" panose="020B0604030504040204"/>
              </a:rPr>
              <a:t>App</a:t>
            </a:r>
            <a:endParaRPr sz="3065">
              <a:latin typeface="Tahoma" panose="020B0604030504040204"/>
              <a:cs typeface="Tahoma" panose="020B0604030504040204"/>
            </a:endParaRPr>
          </a:p>
        </p:txBody>
      </p:sp>
      <p:pic>
        <p:nvPicPr>
          <p:cNvPr id="4" name="object 4"/>
          <p:cNvPicPr/>
          <p:nvPr/>
        </p:nvPicPr>
        <p:blipFill>
          <a:blip r:embed="rId1" cstate="print"/>
          <a:stretch>
            <a:fillRect/>
          </a:stretch>
        </p:blipFill>
        <p:spPr>
          <a:xfrm>
            <a:off x="8122863" y="740932"/>
            <a:ext cx="2795632" cy="46620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a:xfrm>
            <a:off x="3633856" y="1568704"/>
            <a:ext cx="7886700" cy="2051473"/>
          </a:xfrm>
        </p:spPr>
        <p:txBody>
          <a:bodyPr/>
          <a:p>
            <a:r>
              <a:rPr lang="en-US" altLang="en-US"/>
              <a:t>Fetch random drink</a:t>
            </a:r>
            <a:endParaRPr lang="en-US" altLang="en-US"/>
          </a:p>
          <a:p>
            <a:r>
              <a:rPr lang="en-US" altLang="en-US"/>
              <a:t>Retrieve drink image URL</a:t>
            </a:r>
            <a:endParaRPr lang="en-US" altLang="en-US"/>
          </a:p>
          <a:p>
            <a:r>
              <a:rPr lang="en-US" altLang="en-US"/>
              <a:t>Download image bytes</a:t>
            </a:r>
            <a:endParaRPr lang="en-US" altLang="en-US"/>
          </a:p>
          <a:p>
            <a:r>
              <a:rPr lang="en-US" altLang="en-US"/>
              <a:t>Convert to Tkinter image</a:t>
            </a:r>
            <a:endParaRPr lang="en-US" altLang="en-US"/>
          </a:p>
          <a:p>
            <a:r>
              <a:rPr lang="en-US" altLang="en-US"/>
              <a:t>Show in Label</a:t>
            </a: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a:xfrm>
            <a:off x="1164590" y="1516380"/>
            <a:ext cx="10356215" cy="2513965"/>
          </a:xfrm>
        </p:spPr>
        <p:txBody>
          <a:bodyPr/>
          <a:p>
            <a:pPr marL="0" indent="0">
              <a:buNone/>
            </a:pPr>
            <a:r>
              <a:rPr lang="en-US" altLang="en-US"/>
              <a:t>import requests</a:t>
            </a:r>
            <a:endParaRPr lang="en-US" altLang="en-US"/>
          </a:p>
          <a:p>
            <a:pPr marL="0" indent="0">
              <a:buNone/>
            </a:pPr>
            <a:r>
              <a:rPr lang="en-US" altLang="en-US"/>
              <a:t>import json</a:t>
            </a:r>
            <a:endParaRPr lang="en-US" altLang="en-US"/>
          </a:p>
          <a:p>
            <a:pPr marL="0" indent="0">
              <a:buNone/>
            </a:pPr>
            <a:r>
              <a:rPr lang="en-US" altLang="en-US"/>
              <a:t>import io</a:t>
            </a:r>
            <a:endParaRPr lang="en-US" altLang="en-US"/>
          </a:p>
          <a:p>
            <a:pPr marL="0" indent="0">
              <a:buNone/>
            </a:pPr>
            <a:r>
              <a:rPr lang="en-US" altLang="en-US"/>
              <a:t>from PIL import Image, ImageTk</a:t>
            </a:r>
            <a:endParaRPr lang="en-US" altLang="en-US"/>
          </a:p>
          <a:p>
            <a:pPr marL="0" indent="0">
              <a:buNone/>
            </a:pPr>
            <a:r>
              <a:rPr lang="en-US" altLang="en-US"/>
              <a:t>import tkinter as tk from tkinter import Label, Button</a:t>
            </a: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a:xfrm>
            <a:off x="391795" y="459105"/>
            <a:ext cx="11129010" cy="6238240"/>
          </a:xfrm>
        </p:spPr>
        <p:txBody>
          <a:bodyPr/>
          <a:p>
            <a:pPr marL="0" indent="0">
              <a:buNone/>
            </a:pPr>
            <a:r>
              <a:rPr lang="en-US" altLang="en-US" sz="1000"/>
              <a:t>def get_drink():</a:t>
            </a:r>
            <a:endParaRPr lang="en-US" altLang="en-US" sz="1000"/>
          </a:p>
          <a:p>
            <a:pPr marL="0" indent="0">
              <a:buNone/>
            </a:pPr>
            <a:r>
              <a:rPr lang="en-US" altLang="en-US" sz="1000"/>
              <a:t>    url = "https://www.thecocktaildb.com/api/json/v1/1/random.php"</a:t>
            </a:r>
            <a:endParaRPr lang="en-US" altLang="en-US" sz="1000"/>
          </a:p>
          <a:p>
            <a:pPr marL="0" indent="0">
              <a:buNone/>
            </a:pPr>
            <a:r>
              <a:rPr lang="en-US" altLang="en-US" sz="1000"/>
              <a:t>    response = requests.get(url)</a:t>
            </a:r>
            <a:endParaRPr lang="en-US" altLang="en-US" sz="1000"/>
          </a:p>
          <a:p>
            <a:pPr marL="0" indent="0">
              <a:buNone/>
            </a:pPr>
            <a:r>
              <a:rPr lang="en-US" altLang="en-US" sz="1000"/>
              <a:t>    data = response.json()</a:t>
            </a:r>
            <a:endParaRPr lang="en-US" altLang="en-US" sz="1000"/>
          </a:p>
          <a:p>
            <a:pPr marL="0" indent="0">
              <a:buNone/>
            </a:pPr>
            <a:endParaRPr lang="en-US" altLang="en-US" sz="1000"/>
          </a:p>
          <a:p>
            <a:pPr marL="0" indent="0">
              <a:buNone/>
            </a:pPr>
            <a:r>
              <a:rPr lang="en-US" altLang="en-US" sz="1000"/>
              <a:t>    drink = data["drinks"][0]</a:t>
            </a:r>
            <a:endParaRPr lang="en-US" altLang="en-US" sz="1000"/>
          </a:p>
          <a:p>
            <a:pPr marL="0" indent="0">
              <a:buNone/>
            </a:pPr>
            <a:r>
              <a:rPr lang="en-US" altLang="en-US" sz="1000"/>
              <a:t>    drink_name = drink["strDrink"]</a:t>
            </a:r>
            <a:endParaRPr lang="en-US" altLang="en-US" sz="1000"/>
          </a:p>
          <a:p>
            <a:pPr marL="0" indent="0">
              <a:buNone/>
            </a:pPr>
            <a:r>
              <a:rPr lang="en-US" altLang="en-US" sz="1000"/>
              <a:t>    drink_image_url = drink["strDrinkThumb"]</a:t>
            </a:r>
            <a:endParaRPr lang="en-US" altLang="en-US" sz="1000"/>
          </a:p>
          <a:p>
            <a:pPr marL="0" indent="0">
              <a:buNone/>
            </a:pPr>
            <a:endParaRPr lang="en-US" altLang="en-US" sz="1000"/>
          </a:p>
          <a:p>
            <a:pPr marL="0" indent="0">
              <a:buNone/>
            </a:pPr>
            <a:r>
              <a:rPr lang="en-US" altLang="en-US" sz="1000"/>
              <a:t>    # update drink name in GUI</a:t>
            </a:r>
            <a:endParaRPr lang="en-US" altLang="en-US" sz="1000"/>
          </a:p>
          <a:p>
            <a:pPr marL="0" indent="0">
              <a:buNone/>
            </a:pPr>
            <a:r>
              <a:rPr lang="en-US" altLang="en-US" sz="1000"/>
              <a:t>    drink_label.config(text=drink_name)</a:t>
            </a:r>
            <a:endParaRPr lang="en-US" altLang="en-US" sz="1000"/>
          </a:p>
          <a:p>
            <a:pPr marL="0" indent="0">
              <a:buNone/>
            </a:pPr>
            <a:endParaRPr lang="en-US" altLang="en-US" sz="1000"/>
          </a:p>
          <a:p>
            <a:pPr marL="0" indent="0">
              <a:buNone/>
            </a:pPr>
            <a:r>
              <a:rPr lang="en-US" altLang="en-US" sz="1000"/>
              <a:t>    # fetch drink image</a:t>
            </a:r>
            <a:endParaRPr lang="en-US" altLang="en-US" sz="1000"/>
          </a:p>
          <a:p>
            <a:pPr marL="0" indent="0">
              <a:buNone/>
            </a:pPr>
            <a:r>
              <a:rPr lang="en-US" altLang="en-US" sz="1000"/>
              <a:t>    img_response = requests.get(drink_image_url)</a:t>
            </a:r>
            <a:endParaRPr lang="en-US" altLang="en-US" sz="1000"/>
          </a:p>
          <a:p>
            <a:pPr marL="0" indent="0">
              <a:buNone/>
            </a:pPr>
            <a:r>
              <a:rPr lang="en-US" altLang="en-US" sz="1000"/>
              <a:t>    img_data = img_response.content</a:t>
            </a:r>
            <a:endParaRPr lang="en-US" altLang="en-US" sz="1000"/>
          </a:p>
          <a:p>
            <a:pPr marL="0" indent="0">
              <a:buNone/>
            </a:pPr>
            <a:endParaRPr lang="en-US" altLang="en-US" sz="1000"/>
          </a:p>
          <a:p>
            <a:pPr marL="0" indent="0">
              <a:buNone/>
            </a:pPr>
            <a:r>
              <a:rPr lang="en-US" altLang="en-US" sz="1000"/>
              <a:t>    # convert bytes → PIL → Tkinter</a:t>
            </a:r>
            <a:endParaRPr lang="en-US" altLang="en-US" sz="1000"/>
          </a:p>
          <a:p>
            <a:pPr marL="0" indent="0">
              <a:buNone/>
            </a:pPr>
            <a:r>
              <a:rPr lang="en-US" altLang="en-US" sz="1000"/>
              <a:t>    pil_image = Image.open(io.BytesIO(img_data))</a:t>
            </a:r>
            <a:endParaRPr lang="en-US" altLang="en-US" sz="1000"/>
          </a:p>
          <a:p>
            <a:pPr marL="0" indent="0">
              <a:buNone/>
            </a:pPr>
            <a:r>
              <a:rPr lang="en-US" altLang="en-US" sz="1000"/>
              <a:t>    pil_image = pil_image.resize((250, 250))    # resize for GUI</a:t>
            </a:r>
            <a:endParaRPr lang="en-US" altLang="en-US" sz="1000"/>
          </a:p>
          <a:p>
            <a:pPr marL="0" indent="0">
              <a:buNone/>
            </a:pPr>
            <a:endParaRPr lang="en-US" altLang="en-US" sz="1000"/>
          </a:p>
          <a:p>
            <a:pPr marL="0" indent="0">
              <a:buNone/>
            </a:pPr>
            <a:r>
              <a:rPr lang="en-US" altLang="en-US" sz="1000"/>
              <a:t>    tk_image = ImageTk.PhotoImage(pil_image)</a:t>
            </a:r>
            <a:endParaRPr lang="en-US" altLang="en-US" sz="1000"/>
          </a:p>
          <a:p>
            <a:pPr marL="0" indent="0">
              <a:buNone/>
            </a:pPr>
            <a:endParaRPr lang="en-US" altLang="en-US" sz="1000"/>
          </a:p>
          <a:p>
            <a:pPr marL="0" indent="0">
              <a:buNone/>
            </a:pPr>
            <a:r>
              <a:rPr lang="en-US" altLang="en-US" sz="1000"/>
              <a:t>    # update image label</a:t>
            </a:r>
            <a:endParaRPr lang="en-US" altLang="en-US" sz="1000"/>
          </a:p>
          <a:p>
            <a:pPr marL="0" indent="0">
              <a:buNone/>
            </a:pPr>
            <a:r>
              <a:rPr lang="en-US" altLang="en-US" sz="1000"/>
              <a:t>    image_label.config(image=tk_image)</a:t>
            </a:r>
            <a:endParaRPr lang="en-US" altLang="en-US" sz="1000"/>
          </a:p>
          <a:p>
            <a:pPr marL="0" indent="0">
              <a:buNone/>
            </a:pPr>
            <a:r>
              <a:rPr lang="en-US" altLang="en-US" sz="1000"/>
              <a:t>    image_label.image = tk_image    # keep reference (IMPORTANT)</a:t>
            </a:r>
            <a:endParaRPr lang="en-US" alt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a:xfrm>
            <a:off x="1109980" y="1568873"/>
            <a:ext cx="10410613" cy="4308687"/>
          </a:xfrm>
        </p:spPr>
        <p:txBody>
          <a:bodyPr wrap="square"/>
          <a:p>
            <a:pPr marL="0" indent="0">
              <a:buNone/>
            </a:pPr>
            <a:r>
              <a:rPr lang="en-US" altLang="en-US" sz="1335"/>
              <a:t>root = tk.Tk()</a:t>
            </a:r>
            <a:endParaRPr lang="en-US" altLang="en-US" sz="1335"/>
          </a:p>
          <a:p>
            <a:pPr marL="0" indent="0">
              <a:buNone/>
            </a:pPr>
            <a:r>
              <a:rPr lang="en-US" altLang="en-US" sz="1335"/>
              <a:t>root.title("Juice World App")</a:t>
            </a:r>
            <a:endParaRPr lang="en-US" altLang="en-US" sz="1335"/>
          </a:p>
          <a:p>
            <a:pPr marL="0" indent="0">
              <a:buNone/>
            </a:pPr>
            <a:r>
              <a:rPr lang="en-US" altLang="en-US" sz="1335"/>
              <a:t>root.geometry("400x550")</a:t>
            </a:r>
            <a:endParaRPr lang="en-US" altLang="en-US" sz="1335"/>
          </a:p>
          <a:p>
            <a:pPr marL="0" indent="0">
              <a:buNone/>
            </a:pPr>
            <a:r>
              <a:rPr lang="en-US" altLang="en-US" sz="1335"/>
              <a:t>root.config(bg="black")</a:t>
            </a:r>
            <a:endParaRPr lang="en-US" altLang="en-US" sz="1335"/>
          </a:p>
          <a:p>
            <a:pPr marL="0" indent="0">
              <a:buNone/>
            </a:pPr>
            <a:endParaRPr lang="en-US" altLang="en-US" sz="1335"/>
          </a:p>
          <a:p>
            <a:pPr marL="0" indent="0">
              <a:buNone/>
            </a:pPr>
            <a:r>
              <a:rPr lang="en-US" altLang="en-US" sz="1335"/>
              <a:t>title = Label(root, text="Random Drinks", font=("Arial", 20, "bold"),</a:t>
            </a:r>
            <a:endParaRPr lang="en-US" altLang="en-US" sz="1335"/>
          </a:p>
          <a:p>
            <a:pPr marL="0" indent="0">
              <a:buNone/>
            </a:pPr>
            <a:r>
              <a:rPr lang="en-US" altLang="en-US" sz="1335"/>
              <a:t>              bg="black", fg="orange")</a:t>
            </a:r>
            <a:endParaRPr lang="en-US" altLang="en-US" sz="1335"/>
          </a:p>
          <a:p>
            <a:pPr marL="0" indent="0">
              <a:buNone/>
            </a:pPr>
            <a:r>
              <a:rPr lang="en-US" altLang="en-US" sz="1335"/>
              <a:t>title.pack(pady=10)</a:t>
            </a:r>
            <a:endParaRPr lang="en-US" altLang="en-US" sz="1335"/>
          </a:p>
          <a:p>
            <a:pPr marL="0" indent="0">
              <a:buNone/>
            </a:pPr>
            <a:endParaRPr lang="en-US" altLang="en-US" sz="1335"/>
          </a:p>
          <a:p>
            <a:pPr marL="0" indent="0">
              <a:buNone/>
            </a:pPr>
            <a:r>
              <a:rPr lang="en-US" altLang="en-US" sz="1335"/>
              <a:t>btn = Button(root, text="Get Drink", font=("Arial", 14, "bold"),</a:t>
            </a:r>
            <a:endParaRPr lang="en-US" altLang="en-US" sz="1335"/>
          </a:p>
          <a:p>
            <a:pPr marL="0" indent="0">
              <a:buNone/>
            </a:pPr>
            <a:r>
              <a:rPr lang="en-US" altLang="en-US" sz="1335"/>
              <a:t>             bg="orange", fg="white", command=get_drink)</a:t>
            </a:r>
            <a:endParaRPr lang="en-US" altLang="en-US" sz="1335"/>
          </a:p>
          <a:p>
            <a:pPr marL="0" indent="0">
              <a:buNone/>
            </a:pPr>
            <a:r>
              <a:rPr lang="en-US" altLang="en-US" sz="1335"/>
              <a:t>btn.pack(pady=10)</a:t>
            </a:r>
            <a:endParaRPr lang="en-US" altLang="en-US" sz="1335"/>
          </a:p>
          <a:p>
            <a:pPr marL="0" indent="0">
              <a:buNone/>
            </a:pPr>
            <a:endParaRPr lang="en-US" altLang="en-US" sz="1335"/>
          </a:p>
          <a:p>
            <a:pPr marL="0" indent="0">
              <a:buNone/>
            </a:pPr>
            <a:r>
              <a:rPr lang="en-US" altLang="en-US" sz="1335"/>
              <a:t>drink_label = Label(root, text="", font=("Arial", 16, "bold"),</a:t>
            </a:r>
            <a:endParaRPr lang="en-US" altLang="en-US" sz="1335"/>
          </a:p>
          <a:p>
            <a:pPr marL="0" indent="0">
              <a:buNone/>
            </a:pPr>
            <a:r>
              <a:rPr lang="en-US" altLang="en-US" sz="1335"/>
              <a:t>                    bg="black", fg="white")</a:t>
            </a:r>
            <a:endParaRPr lang="en-US" altLang="en-US" sz="1335"/>
          </a:p>
          <a:p>
            <a:pPr marL="0" indent="0">
              <a:buNone/>
            </a:pPr>
            <a:r>
              <a:rPr lang="en-US" altLang="en-US" sz="1335"/>
              <a:t>drink_label.pack(pady=10)</a:t>
            </a:r>
            <a:endParaRPr lang="en-US" altLang="en-US" sz="1335"/>
          </a:p>
          <a:p>
            <a:pPr marL="0" indent="0">
              <a:buNone/>
            </a:pPr>
            <a:endParaRPr lang="en-US" altLang="en-US" sz="1335"/>
          </a:p>
          <a:p>
            <a:pPr marL="0" indent="0">
              <a:buNone/>
            </a:pPr>
            <a:r>
              <a:rPr lang="en-US" altLang="en-US" sz="1335"/>
              <a:t>image_label = Label(root, bg="black")</a:t>
            </a:r>
            <a:endParaRPr lang="en-US" altLang="en-US" sz="1335"/>
          </a:p>
          <a:p>
            <a:pPr marL="0" indent="0">
              <a:buNone/>
            </a:pPr>
            <a:r>
              <a:rPr lang="en-US" altLang="en-US" sz="1335"/>
              <a:t>image_label.pack(pady=10)</a:t>
            </a:r>
            <a:endParaRPr lang="en-US" altLang="en-US" sz="1335"/>
          </a:p>
          <a:p>
            <a:pPr marL="0" indent="0">
              <a:buNone/>
            </a:pPr>
            <a:endParaRPr lang="en-US" altLang="en-US" sz="1335"/>
          </a:p>
          <a:p>
            <a:pPr marL="0" indent="0">
              <a:buNone/>
            </a:pPr>
            <a:r>
              <a:rPr lang="en-US" altLang="en-US" sz="1335"/>
              <a:t>root.mainloop()</a:t>
            </a:r>
            <a:endParaRPr lang="en-US" altLang="en-US" sz="1335"/>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96692"/>
            <a:ext cx="10972800" cy="570230"/>
          </a:xfrm>
          <a:prstGeom prst="rect">
            <a:avLst/>
          </a:prstGeom>
        </p:spPr>
        <p:txBody>
          <a:bodyPr vert="horz" wrap="square" lIns="0" tIns="16933" rIns="0" bIns="0" rtlCol="0">
            <a:spAutoFit/>
          </a:bodyPr>
          <a:lstStyle/>
          <a:p>
            <a:pPr marL="12700">
              <a:lnSpc>
                <a:spcPct val="100000"/>
              </a:lnSpc>
              <a:spcBef>
                <a:spcPts val="100"/>
              </a:spcBef>
            </a:pPr>
            <a:r>
              <a:rPr spc="-200" dirty="0"/>
              <a:t>Exercise</a:t>
            </a:r>
            <a:endParaRPr spc="-200" dirty="0"/>
          </a:p>
        </p:txBody>
      </p:sp>
      <p:sp>
        <p:nvSpPr>
          <p:cNvPr id="3" name="object 3"/>
          <p:cNvSpPr txBox="1"/>
          <p:nvPr/>
        </p:nvSpPr>
        <p:spPr>
          <a:xfrm>
            <a:off x="1056765" y="3775549"/>
            <a:ext cx="8268547" cy="878205"/>
          </a:xfrm>
          <a:prstGeom prst="rect">
            <a:avLst/>
          </a:prstGeom>
        </p:spPr>
        <p:txBody>
          <a:bodyPr vert="horz" wrap="square" lIns="0" tIns="16933" rIns="0" bIns="0" rtlCol="0">
            <a:spAutoFit/>
          </a:bodyPr>
          <a:lstStyle/>
          <a:p>
            <a:pPr marL="12700">
              <a:lnSpc>
                <a:spcPct val="100000"/>
              </a:lnSpc>
              <a:spcBef>
                <a:spcPts val="100"/>
              </a:spcBef>
            </a:pPr>
            <a:r>
              <a:rPr sz="2800" spc="55" dirty="0">
                <a:solidFill>
                  <a:srgbClr val="FF6E6B"/>
                </a:solidFill>
                <a:latin typeface="Tahoma" panose="020B0604030504040204"/>
                <a:cs typeface="Tahoma" panose="020B0604030504040204"/>
              </a:rPr>
              <a:t>1</a:t>
            </a:r>
            <a:r>
              <a:rPr sz="2800" spc="-210" dirty="0">
                <a:solidFill>
                  <a:srgbClr val="FF6E6B"/>
                </a:solidFill>
                <a:latin typeface="Tahoma" panose="020B0604030504040204"/>
                <a:cs typeface="Tahoma" panose="020B0604030504040204"/>
              </a:rPr>
              <a:t> </a:t>
            </a:r>
            <a:r>
              <a:rPr sz="2800" spc="-229" dirty="0">
                <a:solidFill>
                  <a:srgbClr val="FF6E6B"/>
                </a:solidFill>
                <a:latin typeface="Tahoma" panose="020B0604030504040204"/>
                <a:cs typeface="Tahoma" panose="020B0604030504040204"/>
              </a:rPr>
              <a:t>.</a:t>
            </a:r>
            <a:r>
              <a:rPr sz="2800" spc="-210" dirty="0">
                <a:solidFill>
                  <a:srgbClr val="FF6E6B"/>
                </a:solidFill>
                <a:latin typeface="Tahoma" panose="020B0604030504040204"/>
                <a:cs typeface="Tahoma" panose="020B0604030504040204"/>
              </a:rPr>
              <a:t> </a:t>
            </a:r>
            <a:r>
              <a:rPr sz="2800" spc="-45" dirty="0">
                <a:solidFill>
                  <a:srgbClr val="FF6E6B"/>
                </a:solidFill>
                <a:latin typeface="Tahoma" panose="020B0604030504040204"/>
                <a:cs typeface="Tahoma" panose="020B0604030504040204"/>
              </a:rPr>
              <a:t>Import</a:t>
            </a:r>
            <a:r>
              <a:rPr sz="2800" spc="-210" dirty="0">
                <a:solidFill>
                  <a:srgbClr val="FF6E6B"/>
                </a:solidFill>
                <a:latin typeface="Tahoma" panose="020B0604030504040204"/>
                <a:cs typeface="Tahoma" panose="020B0604030504040204"/>
              </a:rPr>
              <a:t> </a:t>
            </a:r>
            <a:r>
              <a:rPr sz="2800" spc="-10" dirty="0">
                <a:solidFill>
                  <a:srgbClr val="FF6E6B"/>
                </a:solidFill>
                <a:latin typeface="Tahoma" panose="020B0604030504040204"/>
                <a:cs typeface="Tahoma" panose="020B0604030504040204"/>
              </a:rPr>
              <a:t>libraries</a:t>
            </a:r>
            <a:r>
              <a:rPr sz="2800" spc="-210" dirty="0">
                <a:solidFill>
                  <a:srgbClr val="FF6E6B"/>
                </a:solidFill>
                <a:latin typeface="Tahoma" panose="020B0604030504040204"/>
                <a:cs typeface="Tahoma" panose="020B0604030504040204"/>
              </a:rPr>
              <a:t> </a:t>
            </a:r>
            <a:r>
              <a:rPr sz="2800" spc="-55" dirty="0">
                <a:solidFill>
                  <a:srgbClr val="FF6E6B"/>
                </a:solidFill>
                <a:latin typeface="Tahoma" panose="020B0604030504040204"/>
                <a:cs typeface="Tahoma" panose="020B0604030504040204"/>
              </a:rPr>
              <a:t>and</a:t>
            </a:r>
            <a:r>
              <a:rPr sz="2800" spc="-210" dirty="0">
                <a:solidFill>
                  <a:srgbClr val="FF6E6B"/>
                </a:solidFill>
                <a:latin typeface="Tahoma" panose="020B0604030504040204"/>
                <a:cs typeface="Tahoma" panose="020B0604030504040204"/>
              </a:rPr>
              <a:t> </a:t>
            </a:r>
            <a:r>
              <a:rPr sz="2800" dirty="0">
                <a:solidFill>
                  <a:srgbClr val="FF6E6B"/>
                </a:solidFill>
                <a:latin typeface="Tahoma" panose="020B0604030504040204"/>
                <a:cs typeface="Tahoma" panose="020B0604030504040204"/>
              </a:rPr>
              <a:t>Create</a:t>
            </a:r>
            <a:r>
              <a:rPr sz="2800" spc="-210" dirty="0">
                <a:solidFill>
                  <a:srgbClr val="FF6E6B"/>
                </a:solidFill>
                <a:latin typeface="Tahoma" panose="020B0604030504040204"/>
                <a:cs typeface="Tahoma" panose="020B0604030504040204"/>
              </a:rPr>
              <a:t> </a:t>
            </a:r>
            <a:r>
              <a:rPr sz="2800" dirty="0">
                <a:solidFill>
                  <a:srgbClr val="FF6E6B"/>
                </a:solidFill>
                <a:latin typeface="Tahoma" panose="020B0604030504040204"/>
                <a:cs typeface="Tahoma" panose="020B0604030504040204"/>
              </a:rPr>
              <a:t>root</a:t>
            </a:r>
            <a:r>
              <a:rPr sz="2800" spc="-210" dirty="0">
                <a:solidFill>
                  <a:srgbClr val="FF6E6B"/>
                </a:solidFill>
                <a:latin typeface="Tahoma" panose="020B0604030504040204"/>
                <a:cs typeface="Tahoma" panose="020B0604030504040204"/>
              </a:rPr>
              <a:t> </a:t>
            </a:r>
            <a:r>
              <a:rPr sz="2800" spc="-20" dirty="0">
                <a:solidFill>
                  <a:srgbClr val="FF6E6B"/>
                </a:solidFill>
                <a:latin typeface="Tahoma" panose="020B0604030504040204"/>
                <a:cs typeface="Tahoma" panose="020B0604030504040204"/>
              </a:rPr>
              <a:t>window</a:t>
            </a:r>
            <a:r>
              <a:rPr sz="2800" spc="-210" dirty="0">
                <a:solidFill>
                  <a:srgbClr val="FF6E6B"/>
                </a:solidFill>
                <a:latin typeface="Tahoma" panose="020B0604030504040204"/>
                <a:cs typeface="Tahoma" panose="020B0604030504040204"/>
              </a:rPr>
              <a:t> </a:t>
            </a:r>
            <a:r>
              <a:rPr sz="2800" dirty="0">
                <a:solidFill>
                  <a:srgbClr val="FF6E6B"/>
                </a:solidFill>
                <a:latin typeface="Tahoma" panose="020B0604030504040204"/>
                <a:cs typeface="Tahoma" panose="020B0604030504040204"/>
              </a:rPr>
              <a:t>with</a:t>
            </a:r>
            <a:r>
              <a:rPr sz="2800" spc="240" dirty="0">
                <a:solidFill>
                  <a:srgbClr val="FF6E6B"/>
                </a:solidFill>
                <a:latin typeface="Tahoma" panose="020B0604030504040204"/>
                <a:cs typeface="Tahoma" panose="020B0604030504040204"/>
              </a:rPr>
              <a:t> </a:t>
            </a:r>
            <a:r>
              <a:rPr sz="2800" spc="-10" dirty="0">
                <a:solidFill>
                  <a:srgbClr val="FF6E6B"/>
                </a:solidFill>
                <a:latin typeface="Tahoma" panose="020B0604030504040204"/>
                <a:cs typeface="Tahoma" panose="020B0604030504040204"/>
              </a:rPr>
              <a:t>frame</a:t>
            </a:r>
            <a:endParaRPr sz="2800">
              <a:latin typeface="Tahoma" panose="020B0604030504040204"/>
              <a:cs typeface="Tahoma" panose="020B0604030504040204"/>
            </a:endParaRPr>
          </a:p>
        </p:txBody>
      </p:sp>
      <p:grpSp>
        <p:nvGrpSpPr>
          <p:cNvPr id="4" name="object 4"/>
          <p:cNvGrpSpPr/>
          <p:nvPr/>
        </p:nvGrpSpPr>
        <p:grpSpPr>
          <a:xfrm>
            <a:off x="7289088" y="0"/>
            <a:ext cx="4903047" cy="2562013"/>
            <a:chOff x="5466816" y="0"/>
            <a:chExt cx="3677285" cy="1921510"/>
          </a:xfrm>
        </p:grpSpPr>
        <p:sp>
          <p:nvSpPr>
            <p:cNvPr id="5" name="object 5"/>
            <p:cNvSpPr/>
            <p:nvPr/>
          </p:nvSpPr>
          <p:spPr>
            <a:xfrm>
              <a:off x="5466816" y="0"/>
              <a:ext cx="3677285" cy="1848485"/>
            </a:xfrm>
            <a:custGeom>
              <a:avLst/>
              <a:gdLst/>
              <a:ahLst/>
              <a:cxnLst/>
              <a:rect l="l" t="t" r="r" b="b"/>
              <a:pathLst>
                <a:path w="3677284" h="1848485">
                  <a:moveTo>
                    <a:pt x="1675017" y="1847912"/>
                  </a:moveTo>
                  <a:lnTo>
                    <a:pt x="1621633" y="1847634"/>
                  </a:lnTo>
                  <a:lnTo>
                    <a:pt x="1568035" y="1846796"/>
                  </a:lnTo>
                  <a:lnTo>
                    <a:pt x="1514282" y="1845388"/>
                  </a:lnTo>
                  <a:lnTo>
                    <a:pt x="1460431" y="1843404"/>
                  </a:lnTo>
                  <a:lnTo>
                    <a:pt x="1406542" y="1840834"/>
                  </a:lnTo>
                  <a:lnTo>
                    <a:pt x="1352674" y="1837672"/>
                  </a:lnTo>
                  <a:lnTo>
                    <a:pt x="1298883" y="1833910"/>
                  </a:lnTo>
                  <a:lnTo>
                    <a:pt x="1245230" y="1829539"/>
                  </a:lnTo>
                  <a:lnTo>
                    <a:pt x="1190945" y="1824464"/>
                  </a:lnTo>
                  <a:lnTo>
                    <a:pt x="1138567" y="1818939"/>
                  </a:lnTo>
                  <a:lnTo>
                    <a:pt x="1085674" y="1812694"/>
                  </a:lnTo>
                  <a:lnTo>
                    <a:pt x="1033153" y="1805809"/>
                  </a:lnTo>
                  <a:lnTo>
                    <a:pt x="981060" y="1798276"/>
                  </a:lnTo>
                  <a:lnTo>
                    <a:pt x="929065" y="1790018"/>
                  </a:lnTo>
                  <a:lnTo>
                    <a:pt x="878397" y="1781232"/>
                  </a:lnTo>
                  <a:lnTo>
                    <a:pt x="827942" y="1771706"/>
                  </a:lnTo>
                  <a:lnTo>
                    <a:pt x="778151" y="1761500"/>
                  </a:lnTo>
                  <a:lnTo>
                    <a:pt x="729080" y="1750606"/>
                  </a:lnTo>
                  <a:lnTo>
                    <a:pt x="680790" y="1739015"/>
                  </a:lnTo>
                  <a:lnTo>
                    <a:pt x="633338" y="1726721"/>
                  </a:lnTo>
                  <a:lnTo>
                    <a:pt x="586783" y="1713715"/>
                  </a:lnTo>
                  <a:lnTo>
                    <a:pt x="541183" y="1699989"/>
                  </a:lnTo>
                  <a:lnTo>
                    <a:pt x="496596" y="1685536"/>
                  </a:lnTo>
                  <a:lnTo>
                    <a:pt x="453082" y="1670346"/>
                  </a:lnTo>
                  <a:lnTo>
                    <a:pt x="410698" y="1654413"/>
                  </a:lnTo>
                  <a:lnTo>
                    <a:pt x="356949" y="1631012"/>
                  </a:lnTo>
                  <a:lnTo>
                    <a:pt x="307123" y="1605286"/>
                  </a:lnTo>
                  <a:lnTo>
                    <a:pt x="261178" y="1577422"/>
                  </a:lnTo>
                  <a:lnTo>
                    <a:pt x="219074" y="1547605"/>
                  </a:lnTo>
                  <a:lnTo>
                    <a:pt x="180767" y="1516021"/>
                  </a:lnTo>
                  <a:lnTo>
                    <a:pt x="146218" y="1482858"/>
                  </a:lnTo>
                  <a:lnTo>
                    <a:pt x="115383" y="1448302"/>
                  </a:lnTo>
                  <a:lnTo>
                    <a:pt x="88221" y="1412537"/>
                  </a:lnTo>
                  <a:lnTo>
                    <a:pt x="64692" y="1375752"/>
                  </a:lnTo>
                  <a:lnTo>
                    <a:pt x="44752" y="1338132"/>
                  </a:lnTo>
                  <a:lnTo>
                    <a:pt x="28360" y="1299862"/>
                  </a:lnTo>
                  <a:lnTo>
                    <a:pt x="12985" y="1248932"/>
                  </a:lnTo>
                  <a:lnTo>
                    <a:pt x="3564" y="1197790"/>
                  </a:lnTo>
                  <a:lnTo>
                    <a:pt x="0" y="1146840"/>
                  </a:lnTo>
                  <a:lnTo>
                    <a:pt x="2194" y="1096487"/>
                  </a:lnTo>
                  <a:lnTo>
                    <a:pt x="10050" y="1047134"/>
                  </a:lnTo>
                  <a:lnTo>
                    <a:pt x="23469" y="999186"/>
                  </a:lnTo>
                  <a:lnTo>
                    <a:pt x="42354" y="953047"/>
                  </a:lnTo>
                  <a:lnTo>
                    <a:pt x="66607" y="909121"/>
                  </a:lnTo>
                  <a:lnTo>
                    <a:pt x="87877" y="876572"/>
                  </a:lnTo>
                  <a:lnTo>
                    <a:pt x="111889" y="844598"/>
                  </a:lnTo>
                  <a:lnTo>
                    <a:pt x="138550" y="813223"/>
                  </a:lnTo>
                  <a:lnTo>
                    <a:pt x="167766" y="782473"/>
                  </a:lnTo>
                  <a:lnTo>
                    <a:pt x="199443" y="752371"/>
                  </a:lnTo>
                  <a:lnTo>
                    <a:pt x="233489" y="722943"/>
                  </a:lnTo>
                  <a:lnTo>
                    <a:pt x="269808" y="694215"/>
                  </a:lnTo>
                  <a:lnTo>
                    <a:pt x="308309" y="666209"/>
                  </a:lnTo>
                  <a:lnTo>
                    <a:pt x="348897" y="638952"/>
                  </a:lnTo>
                  <a:lnTo>
                    <a:pt x="391478" y="612469"/>
                  </a:lnTo>
                  <a:lnTo>
                    <a:pt x="435960" y="586783"/>
                  </a:lnTo>
                  <a:lnTo>
                    <a:pt x="482248" y="561920"/>
                  </a:lnTo>
                  <a:lnTo>
                    <a:pt x="530250" y="537905"/>
                  </a:lnTo>
                  <a:lnTo>
                    <a:pt x="579870" y="514762"/>
                  </a:lnTo>
                  <a:lnTo>
                    <a:pt x="631017" y="492517"/>
                  </a:lnTo>
                  <a:lnTo>
                    <a:pt x="683596" y="471194"/>
                  </a:lnTo>
                  <a:lnTo>
                    <a:pt x="737513" y="450818"/>
                  </a:lnTo>
                  <a:lnTo>
                    <a:pt x="792676" y="431414"/>
                  </a:lnTo>
                  <a:lnTo>
                    <a:pt x="848991" y="413006"/>
                  </a:lnTo>
                  <a:lnTo>
                    <a:pt x="906363" y="395620"/>
                  </a:lnTo>
                  <a:lnTo>
                    <a:pt x="954138" y="382203"/>
                  </a:lnTo>
                  <a:lnTo>
                    <a:pt x="1002461" y="369665"/>
                  </a:lnTo>
                  <a:lnTo>
                    <a:pt x="1051275" y="357923"/>
                  </a:lnTo>
                  <a:lnTo>
                    <a:pt x="1100524" y="346894"/>
                  </a:lnTo>
                  <a:lnTo>
                    <a:pt x="1150154" y="336492"/>
                  </a:lnTo>
                  <a:lnTo>
                    <a:pt x="1200109" y="326636"/>
                  </a:lnTo>
                  <a:lnTo>
                    <a:pt x="1300768" y="308223"/>
                  </a:lnTo>
                  <a:lnTo>
                    <a:pt x="1655098" y="248642"/>
                  </a:lnTo>
                  <a:lnTo>
                    <a:pt x="1755074" y="230248"/>
                  </a:lnTo>
                  <a:lnTo>
                    <a:pt x="1804573" y="220404"/>
                  </a:lnTo>
                  <a:lnTo>
                    <a:pt x="1853672" y="210017"/>
                  </a:lnTo>
                  <a:lnTo>
                    <a:pt x="1902314" y="199004"/>
                  </a:lnTo>
                  <a:lnTo>
                    <a:pt x="1950446" y="187281"/>
                  </a:lnTo>
                  <a:lnTo>
                    <a:pt x="1998009" y="174764"/>
                  </a:lnTo>
                  <a:lnTo>
                    <a:pt x="2044950" y="161370"/>
                  </a:lnTo>
                  <a:lnTo>
                    <a:pt x="2091211" y="147015"/>
                  </a:lnTo>
                  <a:lnTo>
                    <a:pt x="2136738" y="131615"/>
                  </a:lnTo>
                  <a:lnTo>
                    <a:pt x="2181474" y="115087"/>
                  </a:lnTo>
                  <a:lnTo>
                    <a:pt x="2225364" y="97346"/>
                  </a:lnTo>
                  <a:lnTo>
                    <a:pt x="2268352" y="78311"/>
                  </a:lnTo>
                  <a:lnTo>
                    <a:pt x="2314195" y="56398"/>
                  </a:lnTo>
                  <a:lnTo>
                    <a:pt x="2358698" y="33618"/>
                  </a:lnTo>
                  <a:lnTo>
                    <a:pt x="2402089" y="10134"/>
                  </a:lnTo>
                  <a:lnTo>
                    <a:pt x="2420016" y="0"/>
                  </a:lnTo>
                  <a:lnTo>
                    <a:pt x="3677183" y="0"/>
                  </a:lnTo>
                  <a:lnTo>
                    <a:pt x="3677183" y="1013997"/>
                  </a:lnTo>
                  <a:lnTo>
                    <a:pt x="3667176" y="1023890"/>
                  </a:lnTo>
                  <a:lnTo>
                    <a:pt x="3633520" y="1058876"/>
                  </a:lnTo>
                  <a:lnTo>
                    <a:pt x="3601467" y="1094272"/>
                  </a:lnTo>
                  <a:lnTo>
                    <a:pt x="3571241" y="1130137"/>
                  </a:lnTo>
                  <a:lnTo>
                    <a:pt x="3543067" y="1166528"/>
                  </a:lnTo>
                  <a:lnTo>
                    <a:pt x="3516249" y="1202540"/>
                  </a:lnTo>
                  <a:lnTo>
                    <a:pt x="3488926" y="1237721"/>
                  </a:lnTo>
                  <a:lnTo>
                    <a:pt x="3460843" y="1272106"/>
                  </a:lnTo>
                  <a:lnTo>
                    <a:pt x="3431747" y="1305730"/>
                  </a:lnTo>
                  <a:lnTo>
                    <a:pt x="3401384" y="1338629"/>
                  </a:lnTo>
                  <a:lnTo>
                    <a:pt x="3369499" y="1370838"/>
                  </a:lnTo>
                  <a:lnTo>
                    <a:pt x="3335839" y="1402392"/>
                  </a:lnTo>
                  <a:lnTo>
                    <a:pt x="3300150" y="1433327"/>
                  </a:lnTo>
                  <a:lnTo>
                    <a:pt x="3262177" y="1463678"/>
                  </a:lnTo>
                  <a:lnTo>
                    <a:pt x="3221667" y="1493480"/>
                  </a:lnTo>
                  <a:lnTo>
                    <a:pt x="3178366" y="1522770"/>
                  </a:lnTo>
                  <a:lnTo>
                    <a:pt x="3132020" y="1551581"/>
                  </a:lnTo>
                  <a:lnTo>
                    <a:pt x="3082375" y="1579949"/>
                  </a:lnTo>
                  <a:lnTo>
                    <a:pt x="3029177" y="1607911"/>
                  </a:lnTo>
                  <a:lnTo>
                    <a:pt x="2989236" y="1627120"/>
                  </a:lnTo>
                  <a:lnTo>
                    <a:pt x="2947843" y="1645413"/>
                  </a:lnTo>
                  <a:lnTo>
                    <a:pt x="2905074" y="1662804"/>
                  </a:lnTo>
                  <a:lnTo>
                    <a:pt x="2861007" y="1679306"/>
                  </a:lnTo>
                  <a:lnTo>
                    <a:pt x="2815720" y="1694932"/>
                  </a:lnTo>
                  <a:lnTo>
                    <a:pt x="2769289" y="1709696"/>
                  </a:lnTo>
                  <a:lnTo>
                    <a:pt x="2721793" y="1723610"/>
                  </a:lnTo>
                  <a:lnTo>
                    <a:pt x="2673309" y="1736689"/>
                  </a:lnTo>
                  <a:lnTo>
                    <a:pt x="2623914" y="1748946"/>
                  </a:lnTo>
                  <a:lnTo>
                    <a:pt x="2573686" y="1760394"/>
                  </a:lnTo>
                  <a:lnTo>
                    <a:pt x="2522703" y="1771046"/>
                  </a:lnTo>
                  <a:lnTo>
                    <a:pt x="2471041" y="1780917"/>
                  </a:lnTo>
                  <a:lnTo>
                    <a:pt x="2418779" y="1790018"/>
                  </a:lnTo>
                  <a:lnTo>
                    <a:pt x="2366557" y="1798276"/>
                  </a:lnTo>
                  <a:lnTo>
                    <a:pt x="2312764" y="1805969"/>
                  </a:lnTo>
                  <a:lnTo>
                    <a:pt x="2259165" y="1812845"/>
                  </a:lnTo>
                  <a:lnTo>
                    <a:pt x="2205857" y="1818939"/>
                  </a:lnTo>
                  <a:lnTo>
                    <a:pt x="2110930" y="1828607"/>
                  </a:lnTo>
                  <a:lnTo>
                    <a:pt x="1985097" y="1838388"/>
                  </a:lnTo>
                  <a:lnTo>
                    <a:pt x="1934614" y="1841283"/>
                  </a:lnTo>
                  <a:lnTo>
                    <a:pt x="1883572" y="1843660"/>
                  </a:lnTo>
                  <a:lnTo>
                    <a:pt x="1835553" y="1845388"/>
                  </a:lnTo>
                  <a:lnTo>
                    <a:pt x="1836987" y="1845388"/>
                  </a:lnTo>
                  <a:lnTo>
                    <a:pt x="1781951" y="1846796"/>
                  </a:lnTo>
                  <a:lnTo>
                    <a:pt x="1783230" y="1846796"/>
                  </a:lnTo>
                  <a:lnTo>
                    <a:pt x="1728361" y="1847634"/>
                  </a:lnTo>
                  <a:lnTo>
                    <a:pt x="1729704" y="1847634"/>
                  </a:lnTo>
                  <a:lnTo>
                    <a:pt x="1675017" y="1847912"/>
                  </a:lnTo>
                  <a:close/>
                </a:path>
              </a:pathLst>
            </a:custGeom>
            <a:solidFill>
              <a:srgbClr val="FFE3E3"/>
            </a:solidFill>
          </p:spPr>
          <p:txBody>
            <a:bodyPr wrap="square" lIns="0" tIns="0" rIns="0" bIns="0" rtlCol="0"/>
            <a:lstStyle/>
            <a:p>
              <a:endParaRPr sz="2400"/>
            </a:p>
          </p:txBody>
        </p:sp>
        <p:sp>
          <p:nvSpPr>
            <p:cNvPr id="6" name="object 6"/>
            <p:cNvSpPr/>
            <p:nvPr/>
          </p:nvSpPr>
          <p:spPr>
            <a:xfrm>
              <a:off x="5733059" y="525509"/>
              <a:ext cx="3016885" cy="1322705"/>
            </a:xfrm>
            <a:custGeom>
              <a:avLst/>
              <a:gdLst/>
              <a:ahLst/>
              <a:cxnLst/>
              <a:rect l="l" t="t" r="r" b="b"/>
              <a:pathLst>
                <a:path w="3016884" h="1322705">
                  <a:moveTo>
                    <a:pt x="3016619" y="1322450"/>
                  </a:moveTo>
                  <a:lnTo>
                    <a:pt x="0" y="1322450"/>
                  </a:lnTo>
                  <a:lnTo>
                    <a:pt x="0" y="0"/>
                  </a:lnTo>
                  <a:lnTo>
                    <a:pt x="2796206" y="0"/>
                  </a:lnTo>
                  <a:lnTo>
                    <a:pt x="2839407" y="4274"/>
                  </a:lnTo>
                  <a:lnTo>
                    <a:pt x="2880554" y="16777"/>
                  </a:lnTo>
                  <a:lnTo>
                    <a:pt x="2918491" y="37031"/>
                  </a:lnTo>
                  <a:lnTo>
                    <a:pt x="2952061" y="64557"/>
                  </a:lnTo>
                  <a:lnTo>
                    <a:pt x="2979587" y="98127"/>
                  </a:lnTo>
                  <a:lnTo>
                    <a:pt x="2999841" y="136064"/>
                  </a:lnTo>
                  <a:lnTo>
                    <a:pt x="3012345" y="177211"/>
                  </a:lnTo>
                  <a:lnTo>
                    <a:pt x="3016619" y="220412"/>
                  </a:lnTo>
                  <a:lnTo>
                    <a:pt x="3016619" y="1322450"/>
                  </a:lnTo>
                  <a:close/>
                </a:path>
              </a:pathLst>
            </a:custGeom>
            <a:solidFill>
              <a:srgbClr val="F9F9F9"/>
            </a:solidFill>
          </p:spPr>
          <p:txBody>
            <a:bodyPr wrap="square" lIns="0" tIns="0" rIns="0" bIns="0" rtlCol="0"/>
            <a:lstStyle/>
            <a:p>
              <a:endParaRPr sz="2400"/>
            </a:p>
          </p:txBody>
        </p:sp>
        <p:sp>
          <p:nvSpPr>
            <p:cNvPr id="7" name="object 7"/>
            <p:cNvSpPr/>
            <p:nvPr/>
          </p:nvSpPr>
          <p:spPr>
            <a:xfrm>
              <a:off x="5733059" y="525509"/>
              <a:ext cx="3016885" cy="1322705"/>
            </a:xfrm>
            <a:custGeom>
              <a:avLst/>
              <a:gdLst/>
              <a:ahLst/>
              <a:cxnLst/>
              <a:rect l="l" t="t" r="r" b="b"/>
              <a:pathLst>
                <a:path w="3016884" h="1322705">
                  <a:moveTo>
                    <a:pt x="0" y="0"/>
                  </a:moveTo>
                  <a:lnTo>
                    <a:pt x="2796206" y="0"/>
                  </a:lnTo>
                  <a:lnTo>
                    <a:pt x="2839407" y="4274"/>
                  </a:lnTo>
                  <a:lnTo>
                    <a:pt x="2880554" y="16777"/>
                  </a:lnTo>
                  <a:lnTo>
                    <a:pt x="2918491" y="37031"/>
                  </a:lnTo>
                  <a:lnTo>
                    <a:pt x="2952061" y="64557"/>
                  </a:lnTo>
                  <a:lnTo>
                    <a:pt x="2979587" y="98127"/>
                  </a:lnTo>
                  <a:lnTo>
                    <a:pt x="2999841" y="136064"/>
                  </a:lnTo>
                  <a:lnTo>
                    <a:pt x="3012345" y="177211"/>
                  </a:lnTo>
                  <a:lnTo>
                    <a:pt x="3016619" y="220412"/>
                  </a:lnTo>
                  <a:lnTo>
                    <a:pt x="3016619" y="1322450"/>
                  </a:lnTo>
                  <a:lnTo>
                    <a:pt x="0" y="1322450"/>
                  </a:lnTo>
                  <a:lnTo>
                    <a:pt x="0" y="0"/>
                  </a:lnTo>
                  <a:close/>
                </a:path>
              </a:pathLst>
            </a:custGeom>
            <a:ln w="9524">
              <a:solidFill>
                <a:srgbClr val="E95855"/>
              </a:solidFill>
            </a:ln>
          </p:spPr>
          <p:txBody>
            <a:bodyPr wrap="square" lIns="0" tIns="0" rIns="0" bIns="0" rtlCol="0"/>
            <a:lstStyle/>
            <a:p>
              <a:endParaRPr sz="2400"/>
            </a:p>
          </p:txBody>
        </p:sp>
        <p:sp>
          <p:nvSpPr>
            <p:cNvPr id="8" name="object 8"/>
            <p:cNvSpPr/>
            <p:nvPr/>
          </p:nvSpPr>
          <p:spPr>
            <a:xfrm>
              <a:off x="5835872" y="594034"/>
              <a:ext cx="3016885" cy="1322705"/>
            </a:xfrm>
            <a:custGeom>
              <a:avLst/>
              <a:gdLst/>
              <a:ahLst/>
              <a:cxnLst/>
              <a:rect l="l" t="t" r="r" b="b"/>
              <a:pathLst>
                <a:path w="3016884" h="1322705">
                  <a:moveTo>
                    <a:pt x="3016619" y="1322450"/>
                  </a:moveTo>
                  <a:lnTo>
                    <a:pt x="0" y="1322450"/>
                  </a:lnTo>
                  <a:lnTo>
                    <a:pt x="0" y="0"/>
                  </a:lnTo>
                  <a:lnTo>
                    <a:pt x="2796207" y="0"/>
                  </a:lnTo>
                  <a:lnTo>
                    <a:pt x="2839408" y="4274"/>
                  </a:lnTo>
                  <a:lnTo>
                    <a:pt x="2880555" y="16777"/>
                  </a:lnTo>
                  <a:lnTo>
                    <a:pt x="2918492" y="37031"/>
                  </a:lnTo>
                  <a:lnTo>
                    <a:pt x="2952062" y="64557"/>
                  </a:lnTo>
                  <a:lnTo>
                    <a:pt x="2979587" y="98127"/>
                  </a:lnTo>
                  <a:lnTo>
                    <a:pt x="2999841" y="136064"/>
                  </a:lnTo>
                  <a:lnTo>
                    <a:pt x="3012345" y="177211"/>
                  </a:lnTo>
                  <a:lnTo>
                    <a:pt x="3016619" y="220412"/>
                  </a:lnTo>
                  <a:lnTo>
                    <a:pt x="3016619" y="1322450"/>
                  </a:lnTo>
                  <a:close/>
                </a:path>
              </a:pathLst>
            </a:custGeom>
            <a:solidFill>
              <a:srgbClr val="FFFFFF"/>
            </a:solidFill>
          </p:spPr>
          <p:txBody>
            <a:bodyPr wrap="square" lIns="0" tIns="0" rIns="0" bIns="0" rtlCol="0"/>
            <a:lstStyle/>
            <a:p>
              <a:endParaRPr sz="2400"/>
            </a:p>
          </p:txBody>
        </p:sp>
        <p:sp>
          <p:nvSpPr>
            <p:cNvPr id="9" name="object 9"/>
            <p:cNvSpPr/>
            <p:nvPr/>
          </p:nvSpPr>
          <p:spPr>
            <a:xfrm>
              <a:off x="5835872" y="594034"/>
              <a:ext cx="3016885" cy="1322705"/>
            </a:xfrm>
            <a:custGeom>
              <a:avLst/>
              <a:gdLst/>
              <a:ahLst/>
              <a:cxnLst/>
              <a:rect l="l" t="t" r="r" b="b"/>
              <a:pathLst>
                <a:path w="3016884" h="1322705">
                  <a:moveTo>
                    <a:pt x="0" y="0"/>
                  </a:moveTo>
                  <a:lnTo>
                    <a:pt x="2796207" y="0"/>
                  </a:lnTo>
                  <a:lnTo>
                    <a:pt x="2839408" y="4274"/>
                  </a:lnTo>
                  <a:lnTo>
                    <a:pt x="2880555" y="16777"/>
                  </a:lnTo>
                  <a:lnTo>
                    <a:pt x="2918492" y="37031"/>
                  </a:lnTo>
                  <a:lnTo>
                    <a:pt x="2952062" y="64557"/>
                  </a:lnTo>
                  <a:lnTo>
                    <a:pt x="2979587" y="98127"/>
                  </a:lnTo>
                  <a:lnTo>
                    <a:pt x="2999841" y="136064"/>
                  </a:lnTo>
                  <a:lnTo>
                    <a:pt x="3012345" y="177211"/>
                  </a:lnTo>
                  <a:lnTo>
                    <a:pt x="3016619" y="220412"/>
                  </a:lnTo>
                  <a:lnTo>
                    <a:pt x="3016619" y="1322450"/>
                  </a:lnTo>
                  <a:lnTo>
                    <a:pt x="0" y="1322450"/>
                  </a:lnTo>
                  <a:lnTo>
                    <a:pt x="0" y="0"/>
                  </a:lnTo>
                  <a:close/>
                </a:path>
              </a:pathLst>
            </a:custGeom>
            <a:ln w="9524">
              <a:solidFill>
                <a:srgbClr val="E95855"/>
              </a:solidFill>
            </a:ln>
          </p:spPr>
          <p:txBody>
            <a:bodyPr wrap="square" lIns="0" tIns="0" rIns="0" bIns="0" rtlCol="0"/>
            <a:lstStyle/>
            <a:p>
              <a:endParaRPr sz="2400"/>
            </a:p>
          </p:txBody>
        </p:sp>
      </p:grpSp>
      <p:sp>
        <p:nvSpPr>
          <p:cNvPr id="10" name="object 10"/>
          <p:cNvSpPr txBox="1"/>
          <p:nvPr/>
        </p:nvSpPr>
        <p:spPr>
          <a:xfrm>
            <a:off x="7878529" y="1039017"/>
            <a:ext cx="2248747" cy="1093470"/>
          </a:xfrm>
          <a:prstGeom prst="rect">
            <a:avLst/>
          </a:prstGeom>
        </p:spPr>
        <p:txBody>
          <a:bodyPr vert="horz" wrap="square" lIns="0" tIns="16933" rIns="0" bIns="0" rtlCol="0">
            <a:spAutoFit/>
          </a:bodyPr>
          <a:lstStyle/>
          <a:p>
            <a:pPr marL="12700" marR="5080">
              <a:lnSpc>
                <a:spcPct val="150000"/>
              </a:lnSpc>
              <a:spcBef>
                <a:spcPts val="100"/>
              </a:spcBef>
            </a:pPr>
            <a:r>
              <a:rPr sz="1600" dirty="0">
                <a:solidFill>
                  <a:srgbClr val="0D66EB"/>
                </a:solidFill>
                <a:latin typeface="Verdana" panose="020B0604030504040204"/>
                <a:cs typeface="Verdana" panose="020B0604030504040204"/>
              </a:rPr>
              <a:t>Click</a:t>
            </a:r>
            <a:r>
              <a:rPr sz="1600" spc="-85" dirty="0">
                <a:solidFill>
                  <a:srgbClr val="0D66EB"/>
                </a:solidFill>
                <a:latin typeface="Verdana" panose="020B0604030504040204"/>
                <a:cs typeface="Verdana" panose="020B0604030504040204"/>
              </a:rPr>
              <a:t> </a:t>
            </a:r>
            <a:r>
              <a:rPr sz="1600" dirty="0">
                <a:solidFill>
                  <a:srgbClr val="0D66EB"/>
                </a:solidFill>
                <a:latin typeface="Verdana" panose="020B0604030504040204"/>
                <a:cs typeface="Verdana" panose="020B0604030504040204"/>
              </a:rPr>
              <a:t>Here</a:t>
            </a:r>
            <a:r>
              <a:rPr sz="1600" spc="-80" dirty="0">
                <a:solidFill>
                  <a:srgbClr val="0D66EB"/>
                </a:solidFill>
                <a:latin typeface="Verdana" panose="020B0604030504040204"/>
                <a:cs typeface="Verdana" panose="020B0604030504040204"/>
              </a:rPr>
              <a:t> </a:t>
            </a:r>
            <a:r>
              <a:rPr sz="1600" dirty="0">
                <a:solidFill>
                  <a:srgbClr val="0D66EB"/>
                </a:solidFill>
                <a:latin typeface="Verdana" panose="020B0604030504040204"/>
                <a:cs typeface="Verdana" panose="020B0604030504040204"/>
              </a:rPr>
              <a:t>For</a:t>
            </a:r>
            <a:r>
              <a:rPr sz="1600" spc="-80" dirty="0">
                <a:solidFill>
                  <a:srgbClr val="0D66EB"/>
                </a:solidFill>
                <a:latin typeface="Verdana" panose="020B0604030504040204"/>
                <a:cs typeface="Verdana" panose="020B0604030504040204"/>
              </a:rPr>
              <a:t> </a:t>
            </a:r>
            <a:r>
              <a:rPr sz="1600" spc="-30" dirty="0">
                <a:solidFill>
                  <a:srgbClr val="0D66EB"/>
                </a:solidFill>
                <a:latin typeface="Verdana" panose="020B0604030504040204"/>
                <a:cs typeface="Verdana" panose="020B0604030504040204"/>
              </a:rPr>
              <a:t>text</a:t>
            </a:r>
            <a:r>
              <a:rPr sz="1600" spc="-80" dirty="0">
                <a:solidFill>
                  <a:srgbClr val="0D66EB"/>
                </a:solidFill>
                <a:latin typeface="Verdana" panose="020B0604030504040204"/>
                <a:cs typeface="Verdana" panose="020B0604030504040204"/>
              </a:rPr>
              <a:t> </a:t>
            </a:r>
            <a:r>
              <a:rPr sz="1600" spc="-25" dirty="0">
                <a:solidFill>
                  <a:srgbClr val="0D66EB"/>
                </a:solidFill>
                <a:latin typeface="Verdana" panose="020B0604030504040204"/>
                <a:cs typeface="Verdana" panose="020B0604030504040204"/>
              </a:rPr>
              <a:t>ﬁle </a:t>
            </a:r>
            <a:r>
              <a:rPr sz="1600" u="heavy" dirty="0">
                <a:solidFill>
                  <a:srgbClr val="373737"/>
                </a:solidFill>
                <a:uFill>
                  <a:solidFill>
                    <a:srgbClr val="373737"/>
                  </a:solidFill>
                </a:uFill>
                <a:latin typeface="Verdana" panose="020B0604030504040204"/>
                <a:cs typeface="Verdana" panose="020B0604030504040204"/>
              </a:rPr>
              <a:t>Image</a:t>
            </a:r>
            <a:r>
              <a:rPr sz="1600" u="heavy" spc="-105" dirty="0">
                <a:solidFill>
                  <a:srgbClr val="373737"/>
                </a:solidFill>
                <a:uFill>
                  <a:solidFill>
                    <a:srgbClr val="373737"/>
                  </a:solidFill>
                </a:uFill>
                <a:latin typeface="Verdana" panose="020B0604030504040204"/>
                <a:cs typeface="Verdana" panose="020B0604030504040204"/>
              </a:rPr>
              <a:t> </a:t>
            </a:r>
            <a:r>
              <a:rPr sz="1600" u="heavy" spc="-20" dirty="0">
                <a:solidFill>
                  <a:srgbClr val="373737"/>
                </a:solidFill>
                <a:uFill>
                  <a:solidFill>
                    <a:srgbClr val="373737"/>
                  </a:solidFill>
                </a:uFill>
                <a:latin typeface="Verdana" panose="020B0604030504040204"/>
                <a:cs typeface="Verdana" panose="020B0604030504040204"/>
              </a:rPr>
              <a:t>File</a:t>
            </a:r>
            <a:endParaRPr sz="1600">
              <a:latin typeface="Verdana" panose="020B0604030504040204"/>
              <a:cs typeface="Verdana" panose="020B0604030504040204"/>
            </a:endParaRPr>
          </a:p>
          <a:p>
            <a:pPr marL="12700">
              <a:lnSpc>
                <a:spcPct val="100000"/>
              </a:lnSpc>
              <a:spcBef>
                <a:spcPts val="720"/>
              </a:spcBef>
            </a:pPr>
            <a:r>
              <a:rPr sz="1600" u="heavy" dirty="0">
                <a:solidFill>
                  <a:srgbClr val="373737"/>
                </a:solidFill>
                <a:uFill>
                  <a:solidFill>
                    <a:srgbClr val="373737"/>
                  </a:solidFill>
                </a:uFill>
                <a:latin typeface="Verdana" panose="020B0604030504040204"/>
                <a:cs typeface="Verdana" panose="020B0604030504040204"/>
              </a:rPr>
              <a:t>Template</a:t>
            </a:r>
            <a:r>
              <a:rPr sz="1600" u="heavy" spc="-85" dirty="0">
                <a:solidFill>
                  <a:srgbClr val="373737"/>
                </a:solidFill>
                <a:uFill>
                  <a:solidFill>
                    <a:srgbClr val="373737"/>
                  </a:solidFill>
                </a:uFill>
                <a:latin typeface="Verdana" panose="020B0604030504040204"/>
                <a:cs typeface="Verdana" panose="020B0604030504040204"/>
              </a:rPr>
              <a:t> </a:t>
            </a:r>
            <a:r>
              <a:rPr sz="1600" u="heavy" spc="-20" dirty="0">
                <a:solidFill>
                  <a:srgbClr val="373737"/>
                </a:solidFill>
                <a:uFill>
                  <a:solidFill>
                    <a:srgbClr val="373737"/>
                  </a:solidFill>
                </a:uFill>
                <a:latin typeface="Verdana" panose="020B0604030504040204"/>
                <a:cs typeface="Verdana" panose="020B0604030504040204"/>
              </a:rPr>
              <a:t>File</a:t>
            </a:r>
            <a:endParaRPr sz="1600">
              <a:latin typeface="Verdana" panose="020B0604030504040204"/>
              <a:cs typeface="Verdana" panose="020B060403050404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a:xfrm>
            <a:off x="3634105" y="680720"/>
            <a:ext cx="7886700" cy="26741755"/>
          </a:xfrm>
        </p:spPr>
        <p:txBody>
          <a:bodyPr/>
          <a:p>
            <a:pPr marL="0" indent="0">
              <a:lnSpc>
                <a:spcPct val="100000"/>
              </a:lnSpc>
              <a:buNone/>
            </a:pPr>
            <a:r>
              <a:rPr lang="en-US" altLang="en-US" sz="800"/>
              <a:t>import requests</a:t>
            </a:r>
            <a:endParaRPr lang="en-US" altLang="en-US" sz="800"/>
          </a:p>
          <a:p>
            <a:pPr marL="0" indent="0">
              <a:lnSpc>
                <a:spcPct val="100000"/>
              </a:lnSpc>
              <a:buNone/>
            </a:pPr>
            <a:r>
              <a:rPr lang="en-US" altLang="en-US" sz="800"/>
              <a:t>import json</a:t>
            </a:r>
            <a:endParaRPr lang="en-US" altLang="en-US" sz="800"/>
          </a:p>
          <a:p>
            <a:pPr marL="0" indent="0">
              <a:lnSpc>
                <a:spcPct val="100000"/>
              </a:lnSpc>
              <a:buNone/>
            </a:pPr>
            <a:r>
              <a:rPr lang="en-US" altLang="en-US" sz="800"/>
              <a:t>import io</a:t>
            </a:r>
            <a:endParaRPr lang="en-US" altLang="en-US" sz="800"/>
          </a:p>
          <a:p>
            <a:pPr marL="0" indent="0">
              <a:lnSpc>
                <a:spcPct val="100000"/>
              </a:lnSpc>
              <a:buNone/>
            </a:pPr>
            <a:r>
              <a:rPr lang="en-US" altLang="en-US" sz="800"/>
              <a:t>from PIL import Image, ImageTk</a:t>
            </a:r>
            <a:endParaRPr lang="en-US" altLang="en-US" sz="800"/>
          </a:p>
          <a:p>
            <a:pPr marL="0" indent="0">
              <a:lnSpc>
                <a:spcPct val="100000"/>
              </a:lnSpc>
              <a:buNone/>
            </a:pPr>
            <a:r>
              <a:rPr lang="en-US" altLang="en-US" sz="800"/>
              <a:t>import tkinter as tk</a:t>
            </a:r>
            <a:endParaRPr lang="en-US" altLang="en-US" sz="800"/>
          </a:p>
          <a:p>
            <a:pPr marL="0" indent="0">
              <a:lnSpc>
                <a:spcPct val="100000"/>
              </a:lnSpc>
              <a:buNone/>
            </a:pPr>
            <a:r>
              <a:rPr lang="en-US" altLang="en-US" sz="800"/>
              <a:t>from tkinter import Label, Button</a:t>
            </a:r>
            <a:endParaRPr lang="en-US" altLang="en-US" sz="800"/>
          </a:p>
          <a:p>
            <a:pPr marL="0" indent="0">
              <a:lnSpc>
                <a:spcPct val="100000"/>
              </a:lnSpc>
              <a:buNone/>
            </a:pPr>
            <a:endParaRPr lang="en-US" altLang="en-US" sz="800"/>
          </a:p>
          <a:p>
            <a:pPr marL="0" indent="0">
              <a:lnSpc>
                <a:spcPct val="100000"/>
              </a:lnSpc>
              <a:buNone/>
            </a:pPr>
            <a:r>
              <a:rPr lang="en-US" altLang="en-US" sz="800"/>
              <a:t># -----------------------</a:t>
            </a:r>
            <a:endParaRPr lang="en-US" altLang="en-US" sz="800"/>
          </a:p>
          <a:p>
            <a:pPr marL="0" indent="0">
              <a:lnSpc>
                <a:spcPct val="100000"/>
              </a:lnSpc>
              <a:buNone/>
            </a:pPr>
            <a:r>
              <a:rPr lang="en-US" altLang="en-US" sz="800"/>
              <a:t># Function to load drink</a:t>
            </a:r>
            <a:endParaRPr lang="en-US" altLang="en-US" sz="800"/>
          </a:p>
          <a:p>
            <a:pPr marL="0" indent="0">
              <a:lnSpc>
                <a:spcPct val="100000"/>
              </a:lnSpc>
              <a:buNone/>
            </a:pPr>
            <a:r>
              <a:rPr lang="en-US" altLang="en-US" sz="800"/>
              <a:t># -----------------------</a:t>
            </a:r>
            <a:endParaRPr lang="en-US" altLang="en-US" sz="800"/>
          </a:p>
          <a:p>
            <a:pPr marL="0" indent="0">
              <a:lnSpc>
                <a:spcPct val="100000"/>
              </a:lnSpc>
              <a:buNone/>
            </a:pPr>
            <a:r>
              <a:rPr lang="en-US" altLang="en-US" sz="800"/>
              <a:t>def get_drink():</a:t>
            </a:r>
            <a:endParaRPr lang="en-US" altLang="en-US" sz="800"/>
          </a:p>
          <a:p>
            <a:pPr marL="0" indent="0">
              <a:lnSpc>
                <a:spcPct val="100000"/>
              </a:lnSpc>
              <a:buNone/>
            </a:pPr>
            <a:r>
              <a:rPr lang="en-US" altLang="en-US" sz="800"/>
              <a:t>    url = "https://www.thecocktaildb.com/api/json/v1/1/random.php"</a:t>
            </a:r>
            <a:endParaRPr lang="en-US" altLang="en-US" sz="800"/>
          </a:p>
          <a:p>
            <a:pPr marL="0" indent="0">
              <a:lnSpc>
                <a:spcPct val="100000"/>
              </a:lnSpc>
              <a:buNone/>
            </a:pPr>
            <a:r>
              <a:rPr lang="en-US" altLang="en-US" sz="800"/>
              <a:t>    response = requests.get(url)</a:t>
            </a:r>
            <a:endParaRPr lang="en-US" altLang="en-US" sz="800"/>
          </a:p>
          <a:p>
            <a:pPr marL="0" indent="0">
              <a:lnSpc>
                <a:spcPct val="100000"/>
              </a:lnSpc>
              <a:buNone/>
            </a:pPr>
            <a:r>
              <a:rPr lang="en-US" altLang="en-US" sz="800"/>
              <a:t>    data = response.json()</a:t>
            </a:r>
            <a:endParaRPr lang="en-US" altLang="en-US" sz="800"/>
          </a:p>
          <a:p>
            <a:pPr marL="0" indent="0">
              <a:lnSpc>
                <a:spcPct val="100000"/>
              </a:lnSpc>
              <a:buNone/>
            </a:pPr>
            <a:endParaRPr lang="en-US" altLang="en-US" sz="800"/>
          </a:p>
          <a:p>
            <a:pPr marL="0" indent="0">
              <a:lnSpc>
                <a:spcPct val="100000"/>
              </a:lnSpc>
              <a:buNone/>
            </a:pPr>
            <a:r>
              <a:rPr lang="en-US" altLang="en-US" sz="800"/>
              <a:t>    drink = data["drinks"][0]</a:t>
            </a:r>
            <a:endParaRPr lang="en-US" altLang="en-US" sz="800"/>
          </a:p>
          <a:p>
            <a:pPr marL="0" indent="0">
              <a:lnSpc>
                <a:spcPct val="100000"/>
              </a:lnSpc>
              <a:buNone/>
            </a:pPr>
            <a:r>
              <a:rPr lang="en-US" altLang="en-US" sz="800"/>
              <a:t>    drink_name = drink["strDrink"]</a:t>
            </a:r>
            <a:endParaRPr lang="en-US" altLang="en-US" sz="800"/>
          </a:p>
          <a:p>
            <a:pPr marL="0" indent="0">
              <a:lnSpc>
                <a:spcPct val="100000"/>
              </a:lnSpc>
              <a:buNone/>
            </a:pPr>
            <a:r>
              <a:rPr lang="en-US" altLang="en-US" sz="800"/>
              <a:t>    drink_image_url = drink["strDrinkThumb"]</a:t>
            </a:r>
            <a:endParaRPr lang="en-US" altLang="en-US" sz="800"/>
          </a:p>
          <a:p>
            <a:pPr marL="0" indent="0">
              <a:lnSpc>
                <a:spcPct val="100000"/>
              </a:lnSpc>
              <a:buNone/>
            </a:pPr>
            <a:endParaRPr lang="en-US" altLang="en-US" sz="800"/>
          </a:p>
          <a:p>
            <a:pPr marL="0" indent="0">
              <a:lnSpc>
                <a:spcPct val="100000"/>
              </a:lnSpc>
              <a:buNone/>
            </a:pPr>
            <a:r>
              <a:rPr lang="en-US" altLang="en-US" sz="800"/>
              <a:t>    # update drink name in GUI</a:t>
            </a:r>
            <a:endParaRPr lang="en-US" altLang="en-US" sz="800"/>
          </a:p>
          <a:p>
            <a:pPr marL="0" indent="0">
              <a:lnSpc>
                <a:spcPct val="100000"/>
              </a:lnSpc>
              <a:buNone/>
            </a:pPr>
            <a:r>
              <a:rPr lang="en-US" altLang="en-US" sz="800"/>
              <a:t>    drink_label.config(text=drink_name)</a:t>
            </a:r>
            <a:endParaRPr lang="en-US" altLang="en-US" sz="800"/>
          </a:p>
          <a:p>
            <a:pPr marL="0" indent="0">
              <a:lnSpc>
                <a:spcPct val="100000"/>
              </a:lnSpc>
              <a:buNone/>
            </a:pPr>
            <a:endParaRPr lang="en-US" altLang="en-US" sz="800"/>
          </a:p>
          <a:p>
            <a:pPr marL="0" indent="0">
              <a:lnSpc>
                <a:spcPct val="100000"/>
              </a:lnSpc>
              <a:buNone/>
            </a:pPr>
            <a:r>
              <a:rPr lang="en-US" altLang="en-US" sz="800"/>
              <a:t>    # fetch drink image</a:t>
            </a:r>
            <a:endParaRPr lang="en-US" altLang="en-US" sz="800"/>
          </a:p>
          <a:p>
            <a:pPr marL="0" indent="0">
              <a:lnSpc>
                <a:spcPct val="100000"/>
              </a:lnSpc>
              <a:buNone/>
            </a:pPr>
            <a:r>
              <a:rPr lang="en-US" altLang="en-US" sz="800"/>
              <a:t>    img_response = requests.get(drink_image_url)</a:t>
            </a:r>
            <a:endParaRPr lang="en-US" altLang="en-US" sz="800"/>
          </a:p>
          <a:p>
            <a:pPr marL="0" indent="0">
              <a:lnSpc>
                <a:spcPct val="100000"/>
              </a:lnSpc>
              <a:buNone/>
            </a:pPr>
            <a:r>
              <a:rPr lang="en-US" altLang="en-US" sz="800"/>
              <a:t>    img_data = img_response.content</a:t>
            </a:r>
            <a:endParaRPr lang="en-US" altLang="en-US" sz="800"/>
          </a:p>
          <a:p>
            <a:pPr marL="0" indent="0">
              <a:lnSpc>
                <a:spcPct val="100000"/>
              </a:lnSpc>
              <a:buNone/>
            </a:pPr>
            <a:endParaRPr lang="en-US" altLang="en-US" sz="800"/>
          </a:p>
          <a:p>
            <a:pPr marL="0" indent="0">
              <a:lnSpc>
                <a:spcPct val="100000"/>
              </a:lnSpc>
              <a:buNone/>
            </a:pPr>
            <a:r>
              <a:rPr lang="en-US" altLang="en-US" sz="800"/>
              <a:t>    # convert bytes → PIL → Tkinter</a:t>
            </a:r>
            <a:endParaRPr lang="en-US" altLang="en-US" sz="800"/>
          </a:p>
          <a:p>
            <a:pPr marL="0" indent="0">
              <a:lnSpc>
                <a:spcPct val="100000"/>
              </a:lnSpc>
              <a:buNone/>
            </a:pPr>
            <a:r>
              <a:rPr lang="en-US" altLang="en-US" sz="800"/>
              <a:t>    pil_image = Image.open(io.BytesIO(img_data))</a:t>
            </a:r>
            <a:endParaRPr lang="en-US" altLang="en-US" sz="800"/>
          </a:p>
          <a:p>
            <a:pPr marL="0" indent="0">
              <a:lnSpc>
                <a:spcPct val="100000"/>
              </a:lnSpc>
              <a:buNone/>
            </a:pPr>
            <a:r>
              <a:rPr lang="en-US" altLang="en-US" sz="800"/>
              <a:t>    pil_image = pil_image.resize((250, 250))    # resize for GUI</a:t>
            </a:r>
            <a:endParaRPr lang="en-US" altLang="en-US" sz="800"/>
          </a:p>
          <a:p>
            <a:pPr marL="0" indent="0">
              <a:lnSpc>
                <a:spcPct val="100000"/>
              </a:lnSpc>
              <a:buNone/>
            </a:pPr>
            <a:endParaRPr lang="en-US" altLang="en-US" sz="800"/>
          </a:p>
          <a:p>
            <a:pPr marL="0" indent="0">
              <a:lnSpc>
                <a:spcPct val="100000"/>
              </a:lnSpc>
              <a:buNone/>
            </a:pPr>
            <a:r>
              <a:rPr lang="en-US" altLang="en-US" sz="800"/>
              <a:t>    tk_image = ImageTk.PhotoImage(pil_image)</a:t>
            </a:r>
            <a:endParaRPr lang="en-US" altLang="en-US" sz="800"/>
          </a:p>
          <a:p>
            <a:pPr marL="0" indent="0">
              <a:lnSpc>
                <a:spcPct val="100000"/>
              </a:lnSpc>
              <a:buNone/>
            </a:pPr>
            <a:endParaRPr lang="en-US" altLang="en-US" sz="800"/>
          </a:p>
          <a:p>
            <a:pPr marL="0" indent="0">
              <a:lnSpc>
                <a:spcPct val="100000"/>
              </a:lnSpc>
              <a:buNone/>
            </a:pPr>
            <a:r>
              <a:rPr lang="en-US" altLang="en-US" sz="800"/>
              <a:t>    # update image label</a:t>
            </a:r>
            <a:endParaRPr lang="en-US" altLang="en-US" sz="800"/>
          </a:p>
          <a:p>
            <a:pPr marL="0" indent="0">
              <a:lnSpc>
                <a:spcPct val="100000"/>
              </a:lnSpc>
              <a:buNone/>
            </a:pPr>
            <a:r>
              <a:rPr lang="en-US" altLang="en-US" sz="800"/>
              <a:t>    image_label.config(image=tk_image)</a:t>
            </a:r>
            <a:endParaRPr lang="en-US" altLang="en-US" sz="800"/>
          </a:p>
          <a:p>
            <a:pPr marL="0" indent="0">
              <a:lnSpc>
                <a:spcPct val="100000"/>
              </a:lnSpc>
              <a:buNone/>
            </a:pPr>
            <a:r>
              <a:rPr lang="en-US" altLang="en-US" sz="800"/>
              <a:t>    image_label.image = tk_image    # keep reference (IMPORTANT)</a:t>
            </a:r>
            <a:endParaRPr lang="en-US" altLang="en-US" sz="800"/>
          </a:p>
          <a:p>
            <a:pPr marL="0" indent="0">
              <a:lnSpc>
                <a:spcPct val="100000"/>
              </a:lnSpc>
              <a:buNone/>
            </a:pPr>
            <a:endParaRPr lang="en-US" altLang="en-US" sz="800"/>
          </a:p>
          <a:p>
            <a:pPr marL="0" indent="0">
              <a:lnSpc>
                <a:spcPct val="100000"/>
              </a:lnSpc>
              <a:buNone/>
            </a:pPr>
            <a:endParaRPr lang="en-US" altLang="en-US" sz="800"/>
          </a:p>
          <a:p>
            <a:pPr marL="0" indent="0">
              <a:lnSpc>
                <a:spcPct val="100000"/>
              </a:lnSpc>
              <a:buNone/>
            </a:pPr>
            <a:r>
              <a:rPr lang="en-US" altLang="en-US" sz="800"/>
              <a:t># -----------------------</a:t>
            </a:r>
            <a:endParaRPr lang="en-US" altLang="en-US" sz="800"/>
          </a:p>
          <a:p>
            <a:pPr marL="0" indent="0">
              <a:lnSpc>
                <a:spcPct val="100000"/>
              </a:lnSpc>
              <a:buNone/>
            </a:pPr>
            <a:r>
              <a:rPr lang="en-US" altLang="en-US" sz="800"/>
              <a:t># GUI Window</a:t>
            </a:r>
            <a:endParaRPr lang="en-US" altLang="en-US" sz="800"/>
          </a:p>
          <a:p>
            <a:pPr marL="0" indent="0">
              <a:lnSpc>
                <a:spcPct val="100000"/>
              </a:lnSpc>
              <a:buNone/>
            </a:pPr>
            <a:r>
              <a:rPr lang="en-US" altLang="en-US" sz="800"/>
              <a:t># -----------------------</a:t>
            </a:r>
            <a:endParaRPr lang="en-US" altLang="en-US" sz="800"/>
          </a:p>
          <a:p>
            <a:pPr marL="0" indent="0">
              <a:lnSpc>
                <a:spcPct val="100000"/>
              </a:lnSpc>
              <a:buNone/>
            </a:pPr>
            <a:endParaRPr lang="en-US" altLang="en-US" sz="800"/>
          </a:p>
          <a:p>
            <a:pPr marL="0" indent="0">
              <a:lnSpc>
                <a:spcPct val="100000"/>
              </a:lnSpc>
              <a:buNone/>
            </a:pPr>
            <a:r>
              <a:rPr lang="en-US" altLang="en-US" sz="800"/>
              <a:t>root = tk.Tk()</a:t>
            </a:r>
            <a:endParaRPr lang="en-US" altLang="en-US" sz="800"/>
          </a:p>
          <a:p>
            <a:pPr marL="0" indent="0">
              <a:lnSpc>
                <a:spcPct val="100000"/>
              </a:lnSpc>
              <a:buNone/>
            </a:pPr>
            <a:r>
              <a:rPr lang="en-US" altLang="en-US" sz="800"/>
              <a:t>root.title("Juice World App")</a:t>
            </a:r>
            <a:endParaRPr lang="en-US" altLang="en-US" sz="800"/>
          </a:p>
          <a:p>
            <a:pPr marL="0" indent="0">
              <a:lnSpc>
                <a:spcPct val="100000"/>
              </a:lnSpc>
              <a:buNone/>
            </a:pPr>
            <a:r>
              <a:rPr lang="en-US" altLang="en-US" sz="800"/>
              <a:t>root.geometry("400x550")</a:t>
            </a:r>
            <a:endParaRPr lang="en-US" altLang="en-US" sz="800"/>
          </a:p>
          <a:p>
            <a:pPr marL="0" indent="0">
              <a:lnSpc>
                <a:spcPct val="100000"/>
              </a:lnSpc>
              <a:buNone/>
            </a:pPr>
            <a:r>
              <a:rPr lang="en-US" altLang="en-US" sz="800"/>
              <a:t>root.config(bg="black")</a:t>
            </a:r>
            <a:endParaRPr lang="en-US" altLang="en-US" sz="800"/>
          </a:p>
          <a:p>
            <a:pPr marL="0" indent="0">
              <a:lnSpc>
                <a:spcPct val="100000"/>
              </a:lnSpc>
              <a:buNone/>
            </a:pPr>
            <a:endParaRPr lang="en-US" altLang="en-US" sz="800"/>
          </a:p>
          <a:p>
            <a:pPr marL="0" indent="0">
              <a:lnSpc>
                <a:spcPct val="100000"/>
              </a:lnSpc>
              <a:buNone/>
            </a:pPr>
            <a:r>
              <a:rPr lang="en-US" altLang="en-US" sz="800"/>
              <a:t>title = Label(root, text="Random Drinks", font=("Arial", 20, "bold"),</a:t>
            </a:r>
            <a:endParaRPr lang="en-US" altLang="en-US" sz="800"/>
          </a:p>
          <a:p>
            <a:pPr marL="0" indent="0">
              <a:lnSpc>
                <a:spcPct val="100000"/>
              </a:lnSpc>
              <a:buNone/>
            </a:pPr>
            <a:r>
              <a:rPr lang="en-US" altLang="en-US" sz="800"/>
              <a:t>              bg="black", fg="orange")</a:t>
            </a:r>
            <a:endParaRPr lang="en-US" altLang="en-US" sz="800"/>
          </a:p>
          <a:p>
            <a:pPr marL="0" indent="0">
              <a:lnSpc>
                <a:spcPct val="100000"/>
              </a:lnSpc>
              <a:buNone/>
            </a:pPr>
            <a:r>
              <a:rPr lang="en-US" altLang="en-US" sz="800"/>
              <a:t>title.pack(pady=10)</a:t>
            </a:r>
            <a:endParaRPr lang="en-US" altLang="en-US" sz="800"/>
          </a:p>
          <a:p>
            <a:pPr marL="0" indent="0">
              <a:lnSpc>
                <a:spcPct val="100000"/>
              </a:lnSpc>
              <a:buNone/>
            </a:pPr>
            <a:endParaRPr lang="en-US" altLang="en-US" sz="800"/>
          </a:p>
          <a:p>
            <a:pPr marL="0" indent="0">
              <a:lnSpc>
                <a:spcPct val="100000"/>
              </a:lnSpc>
              <a:buNone/>
            </a:pPr>
            <a:r>
              <a:rPr lang="en-US" altLang="en-US" sz="800"/>
              <a:t>btn = Button(root, text="Get Drink", font=("Arial", 14, "bold"),</a:t>
            </a:r>
            <a:endParaRPr lang="en-US" altLang="en-US" sz="800"/>
          </a:p>
          <a:p>
            <a:pPr marL="0" indent="0">
              <a:lnSpc>
                <a:spcPct val="100000"/>
              </a:lnSpc>
              <a:buNone/>
            </a:pPr>
            <a:r>
              <a:rPr lang="en-US" altLang="en-US" sz="800"/>
              <a:t>             bg="orange", fg="white", command=get_drink)</a:t>
            </a:r>
            <a:endParaRPr lang="en-US" altLang="en-US" sz="800"/>
          </a:p>
          <a:p>
            <a:pPr marL="0" indent="0">
              <a:lnSpc>
                <a:spcPct val="100000"/>
              </a:lnSpc>
              <a:buNone/>
            </a:pPr>
            <a:r>
              <a:rPr lang="en-US" altLang="en-US" sz="800"/>
              <a:t>btn.pack(pady=10)</a:t>
            </a:r>
            <a:endParaRPr lang="en-US" altLang="en-US" sz="800"/>
          </a:p>
          <a:p>
            <a:pPr marL="0" indent="0">
              <a:lnSpc>
                <a:spcPct val="100000"/>
              </a:lnSpc>
              <a:buNone/>
            </a:pPr>
            <a:endParaRPr lang="en-US" altLang="en-US" sz="800"/>
          </a:p>
          <a:p>
            <a:pPr marL="0" indent="0">
              <a:lnSpc>
                <a:spcPct val="100000"/>
              </a:lnSpc>
              <a:buNone/>
            </a:pPr>
            <a:r>
              <a:rPr lang="en-US" altLang="en-US" sz="800"/>
              <a:t>drink_label = Label(root, text="", font=("Arial", 16, "bold"),</a:t>
            </a:r>
            <a:endParaRPr lang="en-US" altLang="en-US" sz="800"/>
          </a:p>
          <a:p>
            <a:pPr marL="0" indent="0">
              <a:lnSpc>
                <a:spcPct val="100000"/>
              </a:lnSpc>
              <a:buNone/>
            </a:pPr>
            <a:r>
              <a:rPr lang="en-US" altLang="en-US" sz="800"/>
              <a:t>                    bg="black", fg="white")</a:t>
            </a:r>
            <a:endParaRPr lang="en-US" altLang="en-US" sz="800"/>
          </a:p>
          <a:p>
            <a:pPr marL="0" indent="0">
              <a:lnSpc>
                <a:spcPct val="100000"/>
              </a:lnSpc>
              <a:buNone/>
            </a:pPr>
            <a:r>
              <a:rPr lang="en-US" altLang="en-US" sz="800"/>
              <a:t>drink_label.pack(pady=10)</a:t>
            </a:r>
            <a:endParaRPr lang="en-US" altLang="en-US" sz="800"/>
          </a:p>
          <a:p>
            <a:pPr marL="0" indent="0">
              <a:lnSpc>
                <a:spcPct val="100000"/>
              </a:lnSpc>
              <a:buNone/>
            </a:pPr>
            <a:endParaRPr lang="en-US" altLang="en-US" sz="800"/>
          </a:p>
          <a:p>
            <a:pPr marL="0" indent="0">
              <a:lnSpc>
                <a:spcPct val="100000"/>
              </a:lnSpc>
              <a:buNone/>
            </a:pPr>
            <a:r>
              <a:rPr lang="en-US" altLang="en-US" sz="800"/>
              <a:t>image_label = Label(root, bg="black")</a:t>
            </a:r>
            <a:endParaRPr lang="en-US" altLang="en-US" sz="800"/>
          </a:p>
          <a:p>
            <a:pPr marL="0" indent="0">
              <a:lnSpc>
                <a:spcPct val="100000"/>
              </a:lnSpc>
              <a:buNone/>
            </a:pPr>
            <a:r>
              <a:rPr lang="en-US" altLang="en-US" sz="800"/>
              <a:t>image_label.pack(pady=10)</a:t>
            </a:r>
            <a:endParaRPr lang="en-US" altLang="en-US" sz="800"/>
          </a:p>
          <a:p>
            <a:pPr marL="0" indent="0">
              <a:lnSpc>
                <a:spcPct val="100000"/>
              </a:lnSpc>
              <a:buNone/>
            </a:pPr>
            <a:endParaRPr lang="en-US" altLang="en-US" sz="800"/>
          </a:p>
          <a:p>
            <a:pPr marL="0" indent="0">
              <a:lnSpc>
                <a:spcPct val="100000"/>
              </a:lnSpc>
              <a:buNone/>
            </a:pPr>
            <a:r>
              <a:rPr lang="en-US" altLang="en-US" sz="800"/>
              <a:t>root.mainloop()</a:t>
            </a:r>
            <a:endParaRPr lang="en-US" altLang="en-US" sz="800"/>
          </a:p>
          <a:p>
            <a:pPr marL="0" indent="0">
              <a:buNone/>
            </a:pPr>
            <a:endParaRPr lang="en-US" altLang="en-US" sz="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6765" y="729730"/>
            <a:ext cx="2192019" cy="570230"/>
          </a:xfrm>
          <a:prstGeom prst="rect">
            <a:avLst/>
          </a:prstGeom>
        </p:spPr>
        <p:txBody>
          <a:bodyPr vert="horz" wrap="square" lIns="0" tIns="16933" rIns="0" bIns="0" rtlCol="0">
            <a:spAutoFit/>
          </a:bodyPr>
          <a:lstStyle/>
          <a:p>
            <a:pPr marL="12700">
              <a:lnSpc>
                <a:spcPct val="100000"/>
              </a:lnSpc>
              <a:spcBef>
                <a:spcPts val="100"/>
              </a:spcBef>
            </a:pPr>
            <a:r>
              <a:rPr spc="-200" dirty="0"/>
              <a:t>Exercise</a:t>
            </a:r>
            <a:endParaRPr spc="-200" dirty="0"/>
          </a:p>
        </p:txBody>
      </p:sp>
      <p:grpSp>
        <p:nvGrpSpPr>
          <p:cNvPr id="3" name="object 3"/>
          <p:cNvGrpSpPr/>
          <p:nvPr/>
        </p:nvGrpSpPr>
        <p:grpSpPr>
          <a:xfrm>
            <a:off x="2496549" y="1782416"/>
            <a:ext cx="8743527" cy="4896272"/>
            <a:chOff x="1872412" y="1336812"/>
            <a:chExt cx="6557645" cy="3672204"/>
          </a:xfrm>
        </p:grpSpPr>
        <p:sp>
          <p:nvSpPr>
            <p:cNvPr id="4" name="object 4"/>
            <p:cNvSpPr/>
            <p:nvPr/>
          </p:nvSpPr>
          <p:spPr>
            <a:xfrm>
              <a:off x="1877174" y="1341574"/>
              <a:ext cx="6548120" cy="3662679"/>
            </a:xfrm>
            <a:custGeom>
              <a:avLst/>
              <a:gdLst/>
              <a:ahLst/>
              <a:cxnLst/>
              <a:rect l="l" t="t" r="r" b="b"/>
              <a:pathLst>
                <a:path w="6548120" h="3662679">
                  <a:moveTo>
                    <a:pt x="5937087" y="3662399"/>
                  </a:moveTo>
                  <a:lnTo>
                    <a:pt x="610412" y="3662399"/>
                  </a:lnTo>
                  <a:lnTo>
                    <a:pt x="562708" y="3660563"/>
                  </a:lnTo>
                  <a:lnTo>
                    <a:pt x="516009" y="3655144"/>
                  </a:lnTo>
                  <a:lnTo>
                    <a:pt x="470450" y="3646278"/>
                  </a:lnTo>
                  <a:lnTo>
                    <a:pt x="426166" y="3634101"/>
                  </a:lnTo>
                  <a:lnTo>
                    <a:pt x="383293" y="3618749"/>
                  </a:lnTo>
                  <a:lnTo>
                    <a:pt x="341968" y="3600356"/>
                  </a:lnTo>
                  <a:lnTo>
                    <a:pt x="302325" y="3579060"/>
                  </a:lnTo>
                  <a:lnTo>
                    <a:pt x="264500" y="3554996"/>
                  </a:lnTo>
                  <a:lnTo>
                    <a:pt x="228630" y="3528299"/>
                  </a:lnTo>
                  <a:lnTo>
                    <a:pt x="194849" y="3499105"/>
                  </a:lnTo>
                  <a:lnTo>
                    <a:pt x="163294" y="3467550"/>
                  </a:lnTo>
                  <a:lnTo>
                    <a:pt x="134100" y="3433769"/>
                  </a:lnTo>
                  <a:lnTo>
                    <a:pt x="107403" y="3397899"/>
                  </a:lnTo>
                  <a:lnTo>
                    <a:pt x="83339" y="3360074"/>
                  </a:lnTo>
                  <a:lnTo>
                    <a:pt x="62042" y="3320431"/>
                  </a:lnTo>
                  <a:lnTo>
                    <a:pt x="43650" y="3279106"/>
                  </a:lnTo>
                  <a:lnTo>
                    <a:pt x="28298" y="3236233"/>
                  </a:lnTo>
                  <a:lnTo>
                    <a:pt x="16121" y="3191949"/>
                  </a:lnTo>
                  <a:lnTo>
                    <a:pt x="7255" y="3146390"/>
                  </a:lnTo>
                  <a:lnTo>
                    <a:pt x="1836" y="3099691"/>
                  </a:lnTo>
                  <a:lnTo>
                    <a:pt x="0" y="3051987"/>
                  </a:lnTo>
                  <a:lnTo>
                    <a:pt x="0" y="610412"/>
                  </a:lnTo>
                  <a:lnTo>
                    <a:pt x="1836" y="562708"/>
                  </a:lnTo>
                  <a:lnTo>
                    <a:pt x="7255" y="516009"/>
                  </a:lnTo>
                  <a:lnTo>
                    <a:pt x="16121" y="470450"/>
                  </a:lnTo>
                  <a:lnTo>
                    <a:pt x="28298" y="426166"/>
                  </a:lnTo>
                  <a:lnTo>
                    <a:pt x="43650" y="383293"/>
                  </a:lnTo>
                  <a:lnTo>
                    <a:pt x="62042" y="341968"/>
                  </a:lnTo>
                  <a:lnTo>
                    <a:pt x="83339" y="302325"/>
                  </a:lnTo>
                  <a:lnTo>
                    <a:pt x="107403" y="264500"/>
                  </a:lnTo>
                  <a:lnTo>
                    <a:pt x="134100" y="228630"/>
                  </a:lnTo>
                  <a:lnTo>
                    <a:pt x="163294" y="194849"/>
                  </a:lnTo>
                  <a:lnTo>
                    <a:pt x="194849" y="163294"/>
                  </a:lnTo>
                  <a:lnTo>
                    <a:pt x="228630" y="134100"/>
                  </a:lnTo>
                  <a:lnTo>
                    <a:pt x="264500" y="107403"/>
                  </a:lnTo>
                  <a:lnTo>
                    <a:pt x="302325" y="83339"/>
                  </a:lnTo>
                  <a:lnTo>
                    <a:pt x="341968" y="62042"/>
                  </a:lnTo>
                  <a:lnTo>
                    <a:pt x="383293" y="43650"/>
                  </a:lnTo>
                  <a:lnTo>
                    <a:pt x="426166" y="28298"/>
                  </a:lnTo>
                  <a:lnTo>
                    <a:pt x="470450" y="16121"/>
                  </a:lnTo>
                  <a:lnTo>
                    <a:pt x="516009" y="7255"/>
                  </a:lnTo>
                  <a:lnTo>
                    <a:pt x="562708" y="1836"/>
                  </a:lnTo>
                  <a:lnTo>
                    <a:pt x="610412" y="0"/>
                  </a:lnTo>
                  <a:lnTo>
                    <a:pt x="5937087" y="0"/>
                  </a:lnTo>
                  <a:lnTo>
                    <a:pt x="5985421" y="1915"/>
                  </a:lnTo>
                  <a:lnTo>
                    <a:pt x="6033153" y="7604"/>
                  </a:lnTo>
                  <a:lnTo>
                    <a:pt x="6080077" y="16982"/>
                  </a:lnTo>
                  <a:lnTo>
                    <a:pt x="6125988" y="29963"/>
                  </a:lnTo>
                  <a:lnTo>
                    <a:pt x="6170682" y="46464"/>
                  </a:lnTo>
                  <a:lnTo>
                    <a:pt x="6213953" y="66400"/>
                  </a:lnTo>
                  <a:lnTo>
                    <a:pt x="6255597" y="89684"/>
                  </a:lnTo>
                  <a:lnTo>
                    <a:pt x="6295408" y="116233"/>
                  </a:lnTo>
                  <a:lnTo>
                    <a:pt x="6333182" y="145962"/>
                  </a:lnTo>
                  <a:lnTo>
                    <a:pt x="6368713" y="178785"/>
                  </a:lnTo>
                  <a:lnTo>
                    <a:pt x="6401537" y="214317"/>
                  </a:lnTo>
                  <a:lnTo>
                    <a:pt x="6431266" y="252091"/>
                  </a:lnTo>
                  <a:lnTo>
                    <a:pt x="6457815" y="291902"/>
                  </a:lnTo>
                  <a:lnTo>
                    <a:pt x="6481099" y="333546"/>
                  </a:lnTo>
                  <a:lnTo>
                    <a:pt x="6501035" y="376817"/>
                  </a:lnTo>
                  <a:lnTo>
                    <a:pt x="6517536" y="421511"/>
                  </a:lnTo>
                  <a:lnTo>
                    <a:pt x="6530517" y="467422"/>
                  </a:lnTo>
                  <a:lnTo>
                    <a:pt x="6539895" y="514346"/>
                  </a:lnTo>
                  <a:lnTo>
                    <a:pt x="6545584" y="562077"/>
                  </a:lnTo>
                  <a:lnTo>
                    <a:pt x="6547499" y="610412"/>
                  </a:lnTo>
                  <a:lnTo>
                    <a:pt x="6547499" y="3051987"/>
                  </a:lnTo>
                  <a:lnTo>
                    <a:pt x="6545663" y="3099691"/>
                  </a:lnTo>
                  <a:lnTo>
                    <a:pt x="6540244" y="3146390"/>
                  </a:lnTo>
                  <a:lnTo>
                    <a:pt x="6531378" y="3191949"/>
                  </a:lnTo>
                  <a:lnTo>
                    <a:pt x="6519201" y="3236233"/>
                  </a:lnTo>
                  <a:lnTo>
                    <a:pt x="6503849" y="3279106"/>
                  </a:lnTo>
                  <a:lnTo>
                    <a:pt x="6485457" y="3320431"/>
                  </a:lnTo>
                  <a:lnTo>
                    <a:pt x="6464160" y="3360074"/>
                  </a:lnTo>
                  <a:lnTo>
                    <a:pt x="6440096" y="3397899"/>
                  </a:lnTo>
                  <a:lnTo>
                    <a:pt x="6413399" y="3433769"/>
                  </a:lnTo>
                  <a:lnTo>
                    <a:pt x="6384205" y="3467550"/>
                  </a:lnTo>
                  <a:lnTo>
                    <a:pt x="6352650" y="3499105"/>
                  </a:lnTo>
                  <a:lnTo>
                    <a:pt x="6318869" y="3528299"/>
                  </a:lnTo>
                  <a:lnTo>
                    <a:pt x="6282999" y="3554996"/>
                  </a:lnTo>
                  <a:lnTo>
                    <a:pt x="6245174" y="3579060"/>
                  </a:lnTo>
                  <a:lnTo>
                    <a:pt x="6205531" y="3600356"/>
                  </a:lnTo>
                  <a:lnTo>
                    <a:pt x="6164206" y="3618749"/>
                  </a:lnTo>
                  <a:lnTo>
                    <a:pt x="6121333" y="3634101"/>
                  </a:lnTo>
                  <a:lnTo>
                    <a:pt x="6077049" y="3646278"/>
                  </a:lnTo>
                  <a:lnTo>
                    <a:pt x="6031490" y="3655144"/>
                  </a:lnTo>
                  <a:lnTo>
                    <a:pt x="5984790" y="3660563"/>
                  </a:lnTo>
                  <a:lnTo>
                    <a:pt x="5937087" y="3662399"/>
                  </a:lnTo>
                  <a:close/>
                </a:path>
              </a:pathLst>
            </a:custGeom>
            <a:solidFill>
              <a:srgbClr val="FFFFFF"/>
            </a:solidFill>
          </p:spPr>
          <p:txBody>
            <a:bodyPr wrap="square" lIns="0" tIns="0" rIns="0" bIns="0" rtlCol="0"/>
            <a:lstStyle/>
            <a:p>
              <a:endParaRPr sz="2400"/>
            </a:p>
          </p:txBody>
        </p:sp>
        <p:sp>
          <p:nvSpPr>
            <p:cNvPr id="5" name="object 5"/>
            <p:cNvSpPr/>
            <p:nvPr/>
          </p:nvSpPr>
          <p:spPr>
            <a:xfrm>
              <a:off x="1877174" y="1341574"/>
              <a:ext cx="6548120" cy="3662679"/>
            </a:xfrm>
            <a:custGeom>
              <a:avLst/>
              <a:gdLst/>
              <a:ahLst/>
              <a:cxnLst/>
              <a:rect l="l" t="t" r="r" b="b"/>
              <a:pathLst>
                <a:path w="6548120" h="3662679">
                  <a:moveTo>
                    <a:pt x="0" y="610412"/>
                  </a:moveTo>
                  <a:lnTo>
                    <a:pt x="1836" y="562708"/>
                  </a:lnTo>
                  <a:lnTo>
                    <a:pt x="7255" y="516009"/>
                  </a:lnTo>
                  <a:lnTo>
                    <a:pt x="16121" y="470450"/>
                  </a:lnTo>
                  <a:lnTo>
                    <a:pt x="28298" y="426166"/>
                  </a:lnTo>
                  <a:lnTo>
                    <a:pt x="43650" y="383293"/>
                  </a:lnTo>
                  <a:lnTo>
                    <a:pt x="62042" y="341968"/>
                  </a:lnTo>
                  <a:lnTo>
                    <a:pt x="83339" y="302325"/>
                  </a:lnTo>
                  <a:lnTo>
                    <a:pt x="107403" y="264500"/>
                  </a:lnTo>
                  <a:lnTo>
                    <a:pt x="134100" y="228630"/>
                  </a:lnTo>
                  <a:lnTo>
                    <a:pt x="163294" y="194849"/>
                  </a:lnTo>
                  <a:lnTo>
                    <a:pt x="194849" y="163294"/>
                  </a:lnTo>
                  <a:lnTo>
                    <a:pt x="228630" y="134100"/>
                  </a:lnTo>
                  <a:lnTo>
                    <a:pt x="264500" y="107403"/>
                  </a:lnTo>
                  <a:lnTo>
                    <a:pt x="302325" y="83339"/>
                  </a:lnTo>
                  <a:lnTo>
                    <a:pt x="341968" y="62042"/>
                  </a:lnTo>
                  <a:lnTo>
                    <a:pt x="383293" y="43650"/>
                  </a:lnTo>
                  <a:lnTo>
                    <a:pt x="426166" y="28298"/>
                  </a:lnTo>
                  <a:lnTo>
                    <a:pt x="470450" y="16121"/>
                  </a:lnTo>
                  <a:lnTo>
                    <a:pt x="516009" y="7255"/>
                  </a:lnTo>
                  <a:lnTo>
                    <a:pt x="562708" y="1836"/>
                  </a:lnTo>
                  <a:lnTo>
                    <a:pt x="610412" y="0"/>
                  </a:lnTo>
                  <a:lnTo>
                    <a:pt x="5937087" y="0"/>
                  </a:lnTo>
                  <a:lnTo>
                    <a:pt x="5985421" y="1915"/>
                  </a:lnTo>
                  <a:lnTo>
                    <a:pt x="6033153" y="7604"/>
                  </a:lnTo>
                  <a:lnTo>
                    <a:pt x="6080077" y="16982"/>
                  </a:lnTo>
                  <a:lnTo>
                    <a:pt x="6125988" y="29963"/>
                  </a:lnTo>
                  <a:lnTo>
                    <a:pt x="6170682" y="46464"/>
                  </a:lnTo>
                  <a:lnTo>
                    <a:pt x="6213953" y="66400"/>
                  </a:lnTo>
                  <a:lnTo>
                    <a:pt x="6255597" y="89684"/>
                  </a:lnTo>
                  <a:lnTo>
                    <a:pt x="6295408" y="116233"/>
                  </a:lnTo>
                  <a:lnTo>
                    <a:pt x="6333182" y="145962"/>
                  </a:lnTo>
                  <a:lnTo>
                    <a:pt x="6368713" y="178785"/>
                  </a:lnTo>
                  <a:lnTo>
                    <a:pt x="6401537" y="214317"/>
                  </a:lnTo>
                  <a:lnTo>
                    <a:pt x="6431266" y="252091"/>
                  </a:lnTo>
                  <a:lnTo>
                    <a:pt x="6457815" y="291902"/>
                  </a:lnTo>
                  <a:lnTo>
                    <a:pt x="6481099" y="333546"/>
                  </a:lnTo>
                  <a:lnTo>
                    <a:pt x="6501035" y="376817"/>
                  </a:lnTo>
                  <a:lnTo>
                    <a:pt x="6517536" y="421511"/>
                  </a:lnTo>
                  <a:lnTo>
                    <a:pt x="6530517" y="467422"/>
                  </a:lnTo>
                  <a:lnTo>
                    <a:pt x="6539895" y="514346"/>
                  </a:lnTo>
                  <a:lnTo>
                    <a:pt x="6545584" y="562077"/>
                  </a:lnTo>
                  <a:lnTo>
                    <a:pt x="6547499" y="610412"/>
                  </a:lnTo>
                  <a:lnTo>
                    <a:pt x="6547499" y="3051987"/>
                  </a:lnTo>
                  <a:lnTo>
                    <a:pt x="6545663" y="3099691"/>
                  </a:lnTo>
                  <a:lnTo>
                    <a:pt x="6540244" y="3146390"/>
                  </a:lnTo>
                  <a:lnTo>
                    <a:pt x="6531378" y="3191949"/>
                  </a:lnTo>
                  <a:lnTo>
                    <a:pt x="6519201" y="3236233"/>
                  </a:lnTo>
                  <a:lnTo>
                    <a:pt x="6503849" y="3279106"/>
                  </a:lnTo>
                  <a:lnTo>
                    <a:pt x="6485457" y="3320431"/>
                  </a:lnTo>
                  <a:lnTo>
                    <a:pt x="6464160" y="3360074"/>
                  </a:lnTo>
                  <a:lnTo>
                    <a:pt x="6440096" y="3397899"/>
                  </a:lnTo>
                  <a:lnTo>
                    <a:pt x="6413399" y="3433769"/>
                  </a:lnTo>
                  <a:lnTo>
                    <a:pt x="6384205" y="3467550"/>
                  </a:lnTo>
                  <a:lnTo>
                    <a:pt x="6352650" y="3499105"/>
                  </a:lnTo>
                  <a:lnTo>
                    <a:pt x="6318869" y="3528299"/>
                  </a:lnTo>
                  <a:lnTo>
                    <a:pt x="6282999" y="3554996"/>
                  </a:lnTo>
                  <a:lnTo>
                    <a:pt x="6245174" y="3579060"/>
                  </a:lnTo>
                  <a:lnTo>
                    <a:pt x="6205531" y="3600356"/>
                  </a:lnTo>
                  <a:lnTo>
                    <a:pt x="6164206" y="3618749"/>
                  </a:lnTo>
                  <a:lnTo>
                    <a:pt x="6121333" y="3634101"/>
                  </a:lnTo>
                  <a:lnTo>
                    <a:pt x="6077049" y="3646278"/>
                  </a:lnTo>
                  <a:lnTo>
                    <a:pt x="6031490" y="3655144"/>
                  </a:lnTo>
                  <a:lnTo>
                    <a:pt x="5984790" y="3660563"/>
                  </a:lnTo>
                  <a:lnTo>
                    <a:pt x="5937087" y="3662399"/>
                  </a:lnTo>
                  <a:lnTo>
                    <a:pt x="610412" y="3662399"/>
                  </a:lnTo>
                  <a:lnTo>
                    <a:pt x="562708" y="3660563"/>
                  </a:lnTo>
                  <a:lnTo>
                    <a:pt x="516009" y="3655144"/>
                  </a:lnTo>
                  <a:lnTo>
                    <a:pt x="470450" y="3646278"/>
                  </a:lnTo>
                  <a:lnTo>
                    <a:pt x="426166" y="3634101"/>
                  </a:lnTo>
                  <a:lnTo>
                    <a:pt x="383293" y="3618749"/>
                  </a:lnTo>
                  <a:lnTo>
                    <a:pt x="341968" y="3600356"/>
                  </a:lnTo>
                  <a:lnTo>
                    <a:pt x="302325" y="3579060"/>
                  </a:lnTo>
                  <a:lnTo>
                    <a:pt x="264500" y="3554996"/>
                  </a:lnTo>
                  <a:lnTo>
                    <a:pt x="228630" y="3528299"/>
                  </a:lnTo>
                  <a:lnTo>
                    <a:pt x="194849" y="3499105"/>
                  </a:lnTo>
                  <a:lnTo>
                    <a:pt x="163294" y="3467550"/>
                  </a:lnTo>
                  <a:lnTo>
                    <a:pt x="134100" y="3433769"/>
                  </a:lnTo>
                  <a:lnTo>
                    <a:pt x="107403" y="3397899"/>
                  </a:lnTo>
                  <a:lnTo>
                    <a:pt x="83339" y="3360074"/>
                  </a:lnTo>
                  <a:lnTo>
                    <a:pt x="62042" y="3320431"/>
                  </a:lnTo>
                  <a:lnTo>
                    <a:pt x="43650" y="3279106"/>
                  </a:lnTo>
                  <a:lnTo>
                    <a:pt x="28298" y="3236233"/>
                  </a:lnTo>
                  <a:lnTo>
                    <a:pt x="16121" y="3191949"/>
                  </a:lnTo>
                  <a:lnTo>
                    <a:pt x="7255" y="3146390"/>
                  </a:lnTo>
                  <a:lnTo>
                    <a:pt x="1836" y="3099691"/>
                  </a:lnTo>
                  <a:lnTo>
                    <a:pt x="0" y="3051987"/>
                  </a:lnTo>
                  <a:lnTo>
                    <a:pt x="0" y="610412"/>
                  </a:lnTo>
                  <a:close/>
                </a:path>
              </a:pathLst>
            </a:custGeom>
            <a:ln w="9524">
              <a:solidFill>
                <a:srgbClr val="0D66EB"/>
              </a:solidFill>
            </a:ln>
          </p:spPr>
          <p:txBody>
            <a:bodyPr wrap="square" lIns="0" tIns="0" rIns="0" bIns="0" rtlCol="0"/>
            <a:lstStyle/>
            <a:p>
              <a:endParaRPr sz="2400"/>
            </a:p>
          </p:txBody>
        </p:sp>
      </p:grpSp>
      <p:sp>
        <p:nvSpPr>
          <p:cNvPr id="6" name="object 6"/>
          <p:cNvSpPr txBox="1"/>
          <p:nvPr/>
        </p:nvSpPr>
        <p:spPr>
          <a:xfrm>
            <a:off x="2838644" y="1982043"/>
            <a:ext cx="7581053" cy="4448175"/>
          </a:xfrm>
          <a:prstGeom prst="rect">
            <a:avLst/>
          </a:prstGeom>
        </p:spPr>
        <p:txBody>
          <a:bodyPr vert="horz" wrap="square" lIns="0" tIns="48260" rIns="0" bIns="0" rtlCol="0">
            <a:spAutoFit/>
          </a:bodyPr>
          <a:lstStyle/>
          <a:p>
            <a:pPr marL="12700">
              <a:lnSpc>
                <a:spcPct val="100000"/>
              </a:lnSpc>
              <a:spcBef>
                <a:spcPts val="285"/>
              </a:spcBef>
            </a:pPr>
            <a:r>
              <a:rPr sz="1400" dirty="0">
                <a:solidFill>
                  <a:srgbClr val="0000FF"/>
                </a:solidFill>
                <a:latin typeface="Consolas" panose="020B0609020204030204"/>
                <a:cs typeface="Consolas" panose="020B0609020204030204"/>
              </a:rPr>
              <a:t>def</a:t>
            </a:r>
            <a:r>
              <a:rPr sz="1400" spc="-10" dirty="0">
                <a:solidFill>
                  <a:srgbClr val="0000FF"/>
                </a:solidFill>
                <a:latin typeface="Consolas" panose="020B0609020204030204"/>
                <a:cs typeface="Consolas" panose="020B0609020204030204"/>
              </a:rPr>
              <a:t> </a:t>
            </a:r>
            <a:r>
              <a:rPr sz="1400" spc="-10" dirty="0">
                <a:latin typeface="Consolas" panose="020B0609020204030204"/>
                <a:cs typeface="Consolas" panose="020B0609020204030204"/>
              </a:rPr>
              <a:t>getData():</a:t>
            </a:r>
            <a:endParaRPr sz="1400">
              <a:latin typeface="Consolas" panose="020B0609020204030204"/>
              <a:cs typeface="Consolas" panose="020B0609020204030204"/>
            </a:endParaRPr>
          </a:p>
          <a:p>
            <a:pPr marL="469900" marR="594995">
              <a:lnSpc>
                <a:spcPct val="115000"/>
              </a:lnSpc>
            </a:pPr>
            <a:r>
              <a:rPr sz="1400" dirty="0">
                <a:latin typeface="Consolas" panose="020B0609020204030204"/>
                <a:cs typeface="Consolas" panose="020B0609020204030204"/>
              </a:rPr>
              <a:t>url</a:t>
            </a:r>
            <a:r>
              <a:rPr sz="1400" spc="-20" dirty="0">
                <a:latin typeface="Consolas" panose="020B0609020204030204"/>
                <a:cs typeface="Consolas" panose="020B0609020204030204"/>
              </a:rPr>
              <a:t> </a:t>
            </a:r>
            <a:r>
              <a:rPr sz="1400" dirty="0">
                <a:latin typeface="Consolas" panose="020B0609020204030204"/>
                <a:cs typeface="Consolas" panose="020B0609020204030204"/>
              </a:rPr>
              <a:t>=</a:t>
            </a:r>
            <a:r>
              <a:rPr sz="1400" spc="-5" dirty="0">
                <a:latin typeface="Consolas" panose="020B0609020204030204"/>
                <a:cs typeface="Consolas" panose="020B0609020204030204"/>
              </a:rPr>
              <a:t> </a:t>
            </a:r>
            <a:r>
              <a:rPr sz="1400" spc="-10" dirty="0">
                <a:solidFill>
                  <a:srgbClr val="A31414"/>
                </a:solidFill>
                <a:latin typeface="Consolas" panose="020B0609020204030204"/>
                <a:cs typeface="Consolas" panose="020B0609020204030204"/>
                <a:hlinkClick r:id="rId1"/>
              </a:rPr>
              <a:t>f"https://www.thecocktaildb.com/api/json/v1/1/random.php"</a:t>
            </a:r>
            <a:r>
              <a:rPr sz="1400" spc="-10" dirty="0">
                <a:solidFill>
                  <a:srgbClr val="A31414"/>
                </a:solidFill>
                <a:latin typeface="Consolas" panose="020B0609020204030204"/>
                <a:cs typeface="Consolas" panose="020B0609020204030204"/>
              </a:rPr>
              <a:t> </a:t>
            </a:r>
            <a:r>
              <a:rPr sz="1400" dirty="0">
                <a:latin typeface="Consolas" panose="020B0609020204030204"/>
                <a:cs typeface="Consolas" panose="020B0609020204030204"/>
              </a:rPr>
              <a:t>response</a:t>
            </a:r>
            <a:r>
              <a:rPr sz="1400" spc="-25" dirty="0">
                <a:latin typeface="Consolas" panose="020B0609020204030204"/>
                <a:cs typeface="Consolas" panose="020B0609020204030204"/>
              </a:rPr>
              <a:t> </a:t>
            </a:r>
            <a:r>
              <a:rPr sz="1400" dirty="0">
                <a:latin typeface="Consolas" panose="020B0609020204030204"/>
                <a:cs typeface="Consolas" panose="020B0609020204030204"/>
              </a:rPr>
              <a:t>=</a:t>
            </a:r>
            <a:r>
              <a:rPr sz="1400" spc="-10" dirty="0">
                <a:latin typeface="Consolas" panose="020B0609020204030204"/>
                <a:cs typeface="Consolas" panose="020B0609020204030204"/>
              </a:rPr>
              <a:t> </a:t>
            </a:r>
            <a:r>
              <a:rPr sz="1400" spc="-10" dirty="0">
                <a:solidFill>
                  <a:srgbClr val="6F008A"/>
                </a:solidFill>
                <a:latin typeface="Consolas" panose="020B0609020204030204"/>
                <a:cs typeface="Consolas" panose="020B0609020204030204"/>
              </a:rPr>
              <a:t>requests</a:t>
            </a:r>
            <a:r>
              <a:rPr sz="1400" spc="-10" dirty="0">
                <a:latin typeface="Consolas" panose="020B0609020204030204"/>
                <a:cs typeface="Consolas" panose="020B0609020204030204"/>
              </a:rPr>
              <a:t>.get(url)</a:t>
            </a:r>
            <a:endParaRPr sz="1400">
              <a:latin typeface="Consolas" panose="020B0609020204030204"/>
              <a:cs typeface="Consolas" panose="020B0609020204030204"/>
            </a:endParaRPr>
          </a:p>
          <a:p>
            <a:pPr marL="469900">
              <a:lnSpc>
                <a:spcPct val="100000"/>
              </a:lnSpc>
              <a:spcBef>
                <a:spcPts val="190"/>
              </a:spcBef>
            </a:pPr>
            <a:r>
              <a:rPr sz="1400" dirty="0">
                <a:latin typeface="Consolas" panose="020B0609020204030204"/>
                <a:cs typeface="Consolas" panose="020B0609020204030204"/>
              </a:rPr>
              <a:t>data</a:t>
            </a:r>
            <a:r>
              <a:rPr sz="1400" spc="-15" dirty="0">
                <a:latin typeface="Consolas" panose="020B0609020204030204"/>
                <a:cs typeface="Consolas" panose="020B0609020204030204"/>
              </a:rPr>
              <a:t> </a:t>
            </a:r>
            <a:r>
              <a:rPr sz="1400" dirty="0">
                <a:latin typeface="Consolas" panose="020B0609020204030204"/>
                <a:cs typeface="Consolas" panose="020B0609020204030204"/>
              </a:rPr>
              <a:t>=</a:t>
            </a:r>
            <a:r>
              <a:rPr sz="1400" spc="-10" dirty="0">
                <a:latin typeface="Consolas" panose="020B0609020204030204"/>
                <a:cs typeface="Consolas" panose="020B0609020204030204"/>
              </a:rPr>
              <a:t> response.json()</a:t>
            </a:r>
            <a:endParaRPr sz="1400">
              <a:latin typeface="Consolas" panose="020B0609020204030204"/>
              <a:cs typeface="Consolas" panose="020B0609020204030204"/>
            </a:endParaRPr>
          </a:p>
          <a:p>
            <a:pPr>
              <a:lnSpc>
                <a:spcPct val="100000"/>
              </a:lnSpc>
              <a:spcBef>
                <a:spcPts val="220"/>
              </a:spcBef>
            </a:pPr>
            <a:endParaRPr sz="1400">
              <a:latin typeface="Consolas" panose="020B0609020204030204"/>
              <a:cs typeface="Consolas" panose="020B0609020204030204"/>
            </a:endParaRPr>
          </a:p>
          <a:p>
            <a:pPr marL="469900" marR="664210">
              <a:lnSpc>
                <a:spcPct val="115000"/>
              </a:lnSpc>
            </a:pPr>
            <a:r>
              <a:rPr sz="1400" dirty="0">
                <a:latin typeface="Consolas" panose="020B0609020204030204"/>
                <a:cs typeface="Consolas" panose="020B0609020204030204"/>
              </a:rPr>
              <a:t>Drink_name</a:t>
            </a:r>
            <a:r>
              <a:rPr sz="1400" spc="-40" dirty="0">
                <a:latin typeface="Consolas" panose="020B0609020204030204"/>
                <a:cs typeface="Consolas" panose="020B0609020204030204"/>
              </a:rPr>
              <a:t> </a:t>
            </a:r>
            <a:r>
              <a:rPr sz="1400" dirty="0">
                <a:latin typeface="Consolas" panose="020B0609020204030204"/>
                <a:cs typeface="Consolas" panose="020B0609020204030204"/>
              </a:rPr>
              <a:t>=</a:t>
            </a:r>
            <a:r>
              <a:rPr sz="1400" spc="-35" dirty="0">
                <a:latin typeface="Consolas" panose="020B0609020204030204"/>
                <a:cs typeface="Consolas" panose="020B0609020204030204"/>
              </a:rPr>
              <a:t> </a:t>
            </a:r>
            <a:r>
              <a:rPr sz="1400" dirty="0">
                <a:latin typeface="Consolas" panose="020B0609020204030204"/>
                <a:cs typeface="Consolas" panose="020B0609020204030204"/>
              </a:rPr>
              <a:t>data[</a:t>
            </a:r>
            <a:r>
              <a:rPr sz="1400" dirty="0">
                <a:solidFill>
                  <a:srgbClr val="A31414"/>
                </a:solidFill>
                <a:latin typeface="Consolas" panose="020B0609020204030204"/>
                <a:cs typeface="Consolas" panose="020B0609020204030204"/>
              </a:rPr>
              <a:t>"drinks"</a:t>
            </a:r>
            <a:r>
              <a:rPr sz="1400" dirty="0">
                <a:latin typeface="Consolas" panose="020B0609020204030204"/>
                <a:cs typeface="Consolas" panose="020B0609020204030204"/>
              </a:rPr>
              <a:t>][0][</a:t>
            </a:r>
            <a:r>
              <a:rPr sz="1400" dirty="0">
                <a:solidFill>
                  <a:srgbClr val="A31414"/>
                </a:solidFill>
                <a:latin typeface="Consolas" panose="020B0609020204030204"/>
                <a:cs typeface="Consolas" panose="020B0609020204030204"/>
              </a:rPr>
              <a:t>'strDrink'</a:t>
            </a:r>
            <a:r>
              <a:rPr sz="1400" dirty="0">
                <a:latin typeface="Consolas" panose="020B0609020204030204"/>
                <a:cs typeface="Consolas" panose="020B0609020204030204"/>
              </a:rPr>
              <a:t>]</a:t>
            </a:r>
            <a:r>
              <a:rPr sz="1400" spc="-35" dirty="0">
                <a:latin typeface="Consolas" panose="020B0609020204030204"/>
                <a:cs typeface="Consolas" panose="020B0609020204030204"/>
              </a:rPr>
              <a:t> </a:t>
            </a:r>
            <a:r>
              <a:rPr sz="1400" dirty="0">
                <a:solidFill>
                  <a:srgbClr val="008000"/>
                </a:solidFill>
                <a:latin typeface="Consolas" panose="020B0609020204030204"/>
                <a:cs typeface="Consolas" panose="020B0609020204030204"/>
              </a:rPr>
              <a:t>#</a:t>
            </a:r>
            <a:r>
              <a:rPr sz="1400" spc="-35" dirty="0">
                <a:solidFill>
                  <a:srgbClr val="008000"/>
                </a:solidFill>
                <a:latin typeface="Consolas" panose="020B0609020204030204"/>
                <a:cs typeface="Consolas" panose="020B0609020204030204"/>
              </a:rPr>
              <a:t> </a:t>
            </a:r>
            <a:r>
              <a:rPr sz="1400" dirty="0">
                <a:solidFill>
                  <a:srgbClr val="008000"/>
                </a:solidFill>
                <a:latin typeface="Consolas" panose="020B0609020204030204"/>
                <a:cs typeface="Consolas" panose="020B0609020204030204"/>
              </a:rPr>
              <a:t>Access</a:t>
            </a:r>
            <a:r>
              <a:rPr sz="1400" spc="-35" dirty="0">
                <a:solidFill>
                  <a:srgbClr val="008000"/>
                </a:solidFill>
                <a:latin typeface="Consolas" panose="020B0609020204030204"/>
                <a:cs typeface="Consolas" panose="020B0609020204030204"/>
              </a:rPr>
              <a:t> </a:t>
            </a:r>
            <a:r>
              <a:rPr sz="1400" dirty="0">
                <a:solidFill>
                  <a:srgbClr val="008000"/>
                </a:solidFill>
                <a:latin typeface="Consolas" panose="020B0609020204030204"/>
                <a:cs typeface="Consolas" panose="020B0609020204030204"/>
              </a:rPr>
              <a:t>Drink</a:t>
            </a:r>
            <a:r>
              <a:rPr sz="1400" spc="-35" dirty="0">
                <a:solidFill>
                  <a:srgbClr val="008000"/>
                </a:solidFill>
                <a:latin typeface="Consolas" panose="020B0609020204030204"/>
                <a:cs typeface="Consolas" panose="020B0609020204030204"/>
              </a:rPr>
              <a:t> </a:t>
            </a:r>
            <a:r>
              <a:rPr sz="1400" spc="-20" dirty="0">
                <a:solidFill>
                  <a:srgbClr val="008000"/>
                </a:solidFill>
                <a:latin typeface="Consolas" panose="020B0609020204030204"/>
                <a:cs typeface="Consolas" panose="020B0609020204030204"/>
              </a:rPr>
              <a:t>name </a:t>
            </a:r>
            <a:r>
              <a:rPr sz="1400" spc="-10" dirty="0">
                <a:latin typeface="Consolas" panose="020B0609020204030204"/>
                <a:cs typeface="Consolas" panose="020B0609020204030204"/>
              </a:rPr>
              <a:t>drinkName.config(text=Drink_name)</a:t>
            </a:r>
            <a:endParaRPr sz="1400">
              <a:latin typeface="Consolas" panose="020B0609020204030204"/>
              <a:cs typeface="Consolas" panose="020B0609020204030204"/>
            </a:endParaRPr>
          </a:p>
          <a:p>
            <a:pPr>
              <a:lnSpc>
                <a:spcPct val="100000"/>
              </a:lnSpc>
              <a:spcBef>
                <a:spcPts val="220"/>
              </a:spcBef>
            </a:pPr>
            <a:endParaRPr sz="1400">
              <a:latin typeface="Consolas" panose="020B0609020204030204"/>
              <a:cs typeface="Consolas" panose="020B0609020204030204"/>
            </a:endParaRPr>
          </a:p>
          <a:p>
            <a:pPr marL="469900" marR="5080">
              <a:lnSpc>
                <a:spcPct val="115000"/>
              </a:lnSpc>
            </a:pPr>
            <a:r>
              <a:rPr sz="1400" b="1" dirty="0">
                <a:latin typeface="Consolas" panose="020B0609020204030204"/>
                <a:cs typeface="Consolas" panose="020B0609020204030204"/>
              </a:rPr>
              <a:t>image_url</a:t>
            </a:r>
            <a:r>
              <a:rPr sz="1400" b="1" spc="-40" dirty="0">
                <a:latin typeface="Consolas" panose="020B0609020204030204"/>
                <a:cs typeface="Consolas" panose="020B0609020204030204"/>
              </a:rPr>
              <a:t> </a:t>
            </a:r>
            <a:r>
              <a:rPr sz="1400" b="1" dirty="0">
                <a:latin typeface="Consolas" panose="020B0609020204030204"/>
                <a:cs typeface="Consolas" panose="020B0609020204030204"/>
              </a:rPr>
              <a:t>=</a:t>
            </a:r>
            <a:r>
              <a:rPr sz="1400" b="1" spc="-35" dirty="0">
                <a:latin typeface="Consolas" panose="020B0609020204030204"/>
                <a:cs typeface="Consolas" panose="020B0609020204030204"/>
              </a:rPr>
              <a:t> </a:t>
            </a:r>
            <a:r>
              <a:rPr sz="1400" b="1" dirty="0">
                <a:latin typeface="Consolas" panose="020B0609020204030204"/>
                <a:cs typeface="Consolas" panose="020B0609020204030204"/>
              </a:rPr>
              <a:t>data[</a:t>
            </a:r>
            <a:r>
              <a:rPr sz="1400" b="1" dirty="0">
                <a:solidFill>
                  <a:srgbClr val="A31414"/>
                </a:solidFill>
                <a:latin typeface="Consolas" panose="020B0609020204030204"/>
                <a:cs typeface="Consolas" panose="020B0609020204030204"/>
              </a:rPr>
              <a:t>'drinks'</a:t>
            </a:r>
            <a:r>
              <a:rPr sz="1400" b="1" dirty="0">
                <a:latin typeface="Consolas" panose="020B0609020204030204"/>
                <a:cs typeface="Consolas" panose="020B0609020204030204"/>
              </a:rPr>
              <a:t>][0][</a:t>
            </a:r>
            <a:r>
              <a:rPr sz="1400" b="1" dirty="0">
                <a:solidFill>
                  <a:srgbClr val="A31414"/>
                </a:solidFill>
                <a:latin typeface="Consolas" panose="020B0609020204030204"/>
                <a:cs typeface="Consolas" panose="020B0609020204030204"/>
              </a:rPr>
              <a:t>'strDrinkThumb'</a:t>
            </a:r>
            <a:r>
              <a:rPr sz="1400" b="1" dirty="0">
                <a:latin typeface="Consolas" panose="020B0609020204030204"/>
                <a:cs typeface="Consolas" panose="020B0609020204030204"/>
              </a:rPr>
              <a:t>]</a:t>
            </a:r>
            <a:r>
              <a:rPr sz="1400" b="1" spc="-35" dirty="0">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a:t>
            </a:r>
            <a:r>
              <a:rPr sz="1400" b="1" spc="-35"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Access</a:t>
            </a:r>
            <a:r>
              <a:rPr sz="1400" b="1" spc="-40"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Drink</a:t>
            </a:r>
            <a:r>
              <a:rPr sz="1400" b="1" spc="-35"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image</a:t>
            </a:r>
            <a:r>
              <a:rPr sz="1400" b="1" spc="-35" dirty="0">
                <a:solidFill>
                  <a:srgbClr val="008000"/>
                </a:solidFill>
                <a:latin typeface="Consolas" panose="020B0609020204030204"/>
                <a:cs typeface="Consolas" panose="020B0609020204030204"/>
              </a:rPr>
              <a:t> </a:t>
            </a:r>
            <a:r>
              <a:rPr sz="1400" b="1" spc="-25" dirty="0">
                <a:solidFill>
                  <a:srgbClr val="008000"/>
                </a:solidFill>
                <a:latin typeface="Consolas" panose="020B0609020204030204"/>
                <a:cs typeface="Consolas" panose="020B0609020204030204"/>
              </a:rPr>
              <a:t>url </a:t>
            </a:r>
            <a:r>
              <a:rPr sz="1400" b="1" dirty="0">
                <a:latin typeface="Consolas" panose="020B0609020204030204"/>
                <a:cs typeface="Consolas" panose="020B0609020204030204"/>
              </a:rPr>
              <a:t>image_response</a:t>
            </a:r>
            <a:r>
              <a:rPr sz="1400" b="1" spc="-40" dirty="0">
                <a:latin typeface="Consolas" panose="020B0609020204030204"/>
                <a:cs typeface="Consolas" panose="020B0609020204030204"/>
              </a:rPr>
              <a:t> </a:t>
            </a:r>
            <a:r>
              <a:rPr sz="1400" b="1" dirty="0">
                <a:latin typeface="Consolas" panose="020B0609020204030204"/>
                <a:cs typeface="Consolas" panose="020B0609020204030204"/>
              </a:rPr>
              <a:t>=</a:t>
            </a:r>
            <a:r>
              <a:rPr sz="1400" b="1" spc="-20" dirty="0">
                <a:latin typeface="Consolas" panose="020B0609020204030204"/>
                <a:cs typeface="Consolas" panose="020B0609020204030204"/>
              </a:rPr>
              <a:t> </a:t>
            </a:r>
            <a:r>
              <a:rPr sz="1400" b="1" spc="-10" dirty="0">
                <a:solidFill>
                  <a:srgbClr val="6F008A"/>
                </a:solidFill>
                <a:latin typeface="Consolas" panose="020B0609020204030204"/>
                <a:cs typeface="Consolas" panose="020B0609020204030204"/>
              </a:rPr>
              <a:t>requests</a:t>
            </a:r>
            <a:r>
              <a:rPr sz="1400" b="1" spc="-10" dirty="0">
                <a:latin typeface="Consolas" panose="020B0609020204030204"/>
                <a:cs typeface="Consolas" panose="020B0609020204030204"/>
              </a:rPr>
              <a:t>.get(image_url)</a:t>
            </a:r>
            <a:endParaRPr sz="1400">
              <a:latin typeface="Consolas" panose="020B0609020204030204"/>
              <a:cs typeface="Consolas" panose="020B0609020204030204"/>
            </a:endParaRPr>
          </a:p>
          <a:p>
            <a:pPr marL="469900">
              <a:lnSpc>
                <a:spcPct val="100000"/>
              </a:lnSpc>
              <a:spcBef>
                <a:spcPts val="190"/>
              </a:spcBef>
            </a:pPr>
            <a:r>
              <a:rPr sz="1400" b="1" dirty="0">
                <a:solidFill>
                  <a:srgbClr val="0000FF"/>
                </a:solidFill>
                <a:latin typeface="Consolas" panose="020B0609020204030204"/>
                <a:cs typeface="Consolas" panose="020B0609020204030204"/>
              </a:rPr>
              <a:t>if</a:t>
            </a:r>
            <a:r>
              <a:rPr sz="1400" b="1" spc="-60" dirty="0">
                <a:solidFill>
                  <a:srgbClr val="0000FF"/>
                </a:solidFill>
                <a:latin typeface="Consolas" panose="020B0609020204030204"/>
                <a:cs typeface="Consolas" panose="020B0609020204030204"/>
              </a:rPr>
              <a:t> </a:t>
            </a:r>
            <a:r>
              <a:rPr sz="1400" b="1" dirty="0">
                <a:latin typeface="Consolas" panose="020B0609020204030204"/>
                <a:cs typeface="Consolas" panose="020B0609020204030204"/>
              </a:rPr>
              <a:t>image_response.status_code</a:t>
            </a:r>
            <a:r>
              <a:rPr sz="1400" b="1" spc="-50" dirty="0">
                <a:latin typeface="Consolas" panose="020B0609020204030204"/>
                <a:cs typeface="Consolas" panose="020B0609020204030204"/>
              </a:rPr>
              <a:t> </a:t>
            </a:r>
            <a:r>
              <a:rPr sz="1400" b="1" dirty="0">
                <a:latin typeface="Consolas" panose="020B0609020204030204"/>
                <a:cs typeface="Consolas" panose="020B0609020204030204"/>
              </a:rPr>
              <a:t>==</a:t>
            </a:r>
            <a:r>
              <a:rPr sz="1400" b="1" spc="-45" dirty="0">
                <a:latin typeface="Consolas" panose="020B0609020204030204"/>
                <a:cs typeface="Consolas" panose="020B0609020204030204"/>
              </a:rPr>
              <a:t> </a:t>
            </a:r>
            <a:r>
              <a:rPr sz="1400" b="1" spc="-20" dirty="0">
                <a:latin typeface="Consolas" panose="020B0609020204030204"/>
                <a:cs typeface="Consolas" panose="020B0609020204030204"/>
              </a:rPr>
              <a:t>200:</a:t>
            </a:r>
            <a:endParaRPr sz="1400">
              <a:latin typeface="Consolas" panose="020B0609020204030204"/>
              <a:cs typeface="Consolas" panose="020B0609020204030204"/>
            </a:endParaRPr>
          </a:p>
          <a:p>
            <a:pPr marL="927100" marR="1014095">
              <a:lnSpc>
                <a:spcPct val="115000"/>
              </a:lnSpc>
            </a:pPr>
            <a:r>
              <a:rPr sz="1400" b="1" dirty="0">
                <a:solidFill>
                  <a:srgbClr val="2B91AE"/>
                </a:solidFill>
                <a:latin typeface="Consolas" panose="020B0609020204030204"/>
                <a:cs typeface="Consolas" panose="020B0609020204030204"/>
              </a:rPr>
              <a:t>image</a:t>
            </a:r>
            <a:r>
              <a:rPr sz="1400" b="1" spc="-10" dirty="0">
                <a:solidFill>
                  <a:srgbClr val="2B91AE"/>
                </a:solidFill>
                <a:latin typeface="Consolas" panose="020B0609020204030204"/>
                <a:cs typeface="Consolas" panose="020B0609020204030204"/>
              </a:rPr>
              <a:t> </a:t>
            </a:r>
            <a:r>
              <a:rPr sz="1400" b="1" dirty="0">
                <a:latin typeface="Consolas" panose="020B0609020204030204"/>
                <a:cs typeface="Consolas" panose="020B0609020204030204"/>
              </a:rPr>
              <a:t>=</a:t>
            </a:r>
            <a:r>
              <a:rPr sz="1400" b="1" spc="-15" dirty="0">
                <a:latin typeface="Consolas" panose="020B0609020204030204"/>
                <a:cs typeface="Consolas" panose="020B0609020204030204"/>
              </a:rPr>
              <a:t> </a:t>
            </a:r>
            <a:r>
              <a:rPr sz="1400" b="1" spc="-10" dirty="0">
                <a:latin typeface="Consolas" panose="020B0609020204030204"/>
                <a:cs typeface="Consolas" panose="020B0609020204030204"/>
              </a:rPr>
              <a:t>Image.open(</a:t>
            </a:r>
            <a:r>
              <a:rPr sz="1400" b="1" spc="-10" dirty="0">
                <a:solidFill>
                  <a:srgbClr val="2B91AE"/>
                </a:solidFill>
                <a:latin typeface="Consolas" panose="020B0609020204030204"/>
                <a:cs typeface="Consolas" panose="020B0609020204030204"/>
              </a:rPr>
              <a:t>BytesIO</a:t>
            </a:r>
            <a:r>
              <a:rPr sz="1400" b="1" spc="-10" dirty="0">
                <a:latin typeface="Consolas" panose="020B0609020204030204"/>
                <a:cs typeface="Consolas" panose="020B0609020204030204"/>
              </a:rPr>
              <a:t>(image_response.content)) </a:t>
            </a:r>
            <a:r>
              <a:rPr sz="1400" b="1" dirty="0">
                <a:solidFill>
                  <a:srgbClr val="2B91AE"/>
                </a:solidFill>
                <a:latin typeface="Consolas" panose="020B0609020204030204"/>
                <a:cs typeface="Consolas" panose="020B0609020204030204"/>
              </a:rPr>
              <a:t>image</a:t>
            </a:r>
            <a:r>
              <a:rPr sz="1400" b="1" spc="-10" dirty="0">
                <a:solidFill>
                  <a:srgbClr val="2B91AE"/>
                </a:solidFill>
                <a:latin typeface="Consolas" panose="020B0609020204030204"/>
                <a:cs typeface="Consolas" panose="020B0609020204030204"/>
              </a:rPr>
              <a:t> </a:t>
            </a:r>
            <a:r>
              <a:rPr sz="1400" b="1" dirty="0">
                <a:latin typeface="Consolas" panose="020B0609020204030204"/>
                <a:cs typeface="Consolas" panose="020B0609020204030204"/>
              </a:rPr>
              <a:t>=</a:t>
            </a:r>
            <a:r>
              <a:rPr sz="1400" b="1" spc="-10" dirty="0">
                <a:latin typeface="Consolas" panose="020B0609020204030204"/>
                <a:cs typeface="Consolas" panose="020B0609020204030204"/>
              </a:rPr>
              <a:t> </a:t>
            </a:r>
            <a:r>
              <a:rPr sz="1400" b="1" spc="-10" dirty="0">
                <a:solidFill>
                  <a:srgbClr val="2B91AE"/>
                </a:solidFill>
                <a:latin typeface="Consolas" panose="020B0609020204030204"/>
                <a:cs typeface="Consolas" panose="020B0609020204030204"/>
              </a:rPr>
              <a:t>image</a:t>
            </a:r>
            <a:r>
              <a:rPr sz="1400" b="1" spc="-10" dirty="0">
                <a:latin typeface="Consolas" panose="020B0609020204030204"/>
                <a:cs typeface="Consolas" panose="020B0609020204030204"/>
              </a:rPr>
              <a:t>.resize((150,150))</a:t>
            </a:r>
            <a:endParaRPr sz="1400">
              <a:latin typeface="Consolas" panose="020B0609020204030204"/>
              <a:cs typeface="Consolas" panose="020B0609020204030204"/>
            </a:endParaRPr>
          </a:p>
          <a:p>
            <a:pPr marL="927100" marR="1964690">
              <a:lnSpc>
                <a:spcPct val="115000"/>
              </a:lnSpc>
            </a:pPr>
            <a:r>
              <a:rPr sz="1400" b="1" dirty="0">
                <a:solidFill>
                  <a:srgbClr val="2B91AE"/>
                </a:solidFill>
                <a:latin typeface="Consolas" panose="020B0609020204030204"/>
                <a:cs typeface="Consolas" panose="020B0609020204030204"/>
              </a:rPr>
              <a:t>image</a:t>
            </a:r>
            <a:r>
              <a:rPr sz="1400" b="1" spc="-10" dirty="0">
                <a:solidFill>
                  <a:srgbClr val="2B91AE"/>
                </a:solidFill>
                <a:latin typeface="Consolas" panose="020B0609020204030204"/>
                <a:cs typeface="Consolas" panose="020B0609020204030204"/>
              </a:rPr>
              <a:t> </a:t>
            </a:r>
            <a:r>
              <a:rPr sz="1400" b="1" dirty="0">
                <a:latin typeface="Consolas" panose="020B0609020204030204"/>
                <a:cs typeface="Consolas" panose="020B0609020204030204"/>
              </a:rPr>
              <a:t>=</a:t>
            </a:r>
            <a:r>
              <a:rPr sz="1400" b="1" spc="-10" dirty="0">
                <a:latin typeface="Consolas" panose="020B0609020204030204"/>
                <a:cs typeface="Consolas" panose="020B0609020204030204"/>
              </a:rPr>
              <a:t> </a:t>
            </a:r>
            <a:r>
              <a:rPr sz="1400" b="1" spc="-10" dirty="0">
                <a:solidFill>
                  <a:srgbClr val="6F008A"/>
                </a:solidFill>
                <a:latin typeface="Consolas" panose="020B0609020204030204"/>
                <a:cs typeface="Consolas" panose="020B0609020204030204"/>
              </a:rPr>
              <a:t>ImageTk</a:t>
            </a:r>
            <a:r>
              <a:rPr sz="1400" b="1" spc="-10" dirty="0">
                <a:latin typeface="Consolas" panose="020B0609020204030204"/>
                <a:cs typeface="Consolas" panose="020B0609020204030204"/>
              </a:rPr>
              <a:t>.</a:t>
            </a:r>
            <a:r>
              <a:rPr sz="1400" b="1" spc="-10" dirty="0">
                <a:solidFill>
                  <a:srgbClr val="2B91AE"/>
                </a:solidFill>
                <a:latin typeface="Consolas" panose="020B0609020204030204"/>
                <a:cs typeface="Consolas" panose="020B0609020204030204"/>
              </a:rPr>
              <a:t>PhotoImage</a:t>
            </a:r>
            <a:r>
              <a:rPr sz="1400" b="1" spc="-10" dirty="0">
                <a:latin typeface="Consolas" panose="020B0609020204030204"/>
                <a:cs typeface="Consolas" panose="020B0609020204030204"/>
              </a:rPr>
              <a:t>(</a:t>
            </a:r>
            <a:r>
              <a:rPr sz="1400" b="1" spc="-10" dirty="0">
                <a:solidFill>
                  <a:srgbClr val="2B91AE"/>
                </a:solidFill>
                <a:latin typeface="Consolas" panose="020B0609020204030204"/>
                <a:cs typeface="Consolas" panose="020B0609020204030204"/>
              </a:rPr>
              <a:t>image</a:t>
            </a:r>
            <a:r>
              <a:rPr sz="1400" b="1" spc="-10" dirty="0">
                <a:latin typeface="Consolas" panose="020B0609020204030204"/>
                <a:cs typeface="Consolas" panose="020B0609020204030204"/>
              </a:rPr>
              <a:t>) </a:t>
            </a:r>
            <a:r>
              <a:rPr sz="1400" b="1" dirty="0">
                <a:latin typeface="Consolas" panose="020B0609020204030204"/>
                <a:cs typeface="Consolas" panose="020B0609020204030204"/>
              </a:rPr>
              <a:t>image_label</a:t>
            </a:r>
            <a:r>
              <a:rPr sz="1400" b="1" spc="-40" dirty="0">
                <a:latin typeface="Consolas" panose="020B0609020204030204"/>
                <a:cs typeface="Consolas" panose="020B0609020204030204"/>
              </a:rPr>
              <a:t> </a:t>
            </a:r>
            <a:r>
              <a:rPr sz="1400" b="1" dirty="0">
                <a:latin typeface="Consolas" panose="020B0609020204030204"/>
                <a:cs typeface="Consolas" panose="020B0609020204030204"/>
              </a:rPr>
              <a:t>=</a:t>
            </a:r>
            <a:r>
              <a:rPr sz="1400" b="1" spc="-20" dirty="0">
                <a:latin typeface="Consolas" panose="020B0609020204030204"/>
                <a:cs typeface="Consolas" panose="020B0609020204030204"/>
              </a:rPr>
              <a:t> </a:t>
            </a:r>
            <a:r>
              <a:rPr sz="1400" b="1" dirty="0">
                <a:solidFill>
                  <a:srgbClr val="2B91AE"/>
                </a:solidFill>
                <a:latin typeface="Consolas" panose="020B0609020204030204"/>
                <a:cs typeface="Consolas" panose="020B0609020204030204"/>
              </a:rPr>
              <a:t>Label</a:t>
            </a:r>
            <a:r>
              <a:rPr sz="1400" b="1" dirty="0">
                <a:latin typeface="Consolas" panose="020B0609020204030204"/>
                <a:cs typeface="Consolas" panose="020B0609020204030204"/>
              </a:rPr>
              <a:t>(root,</a:t>
            </a:r>
            <a:r>
              <a:rPr sz="1400" b="1" spc="-35" dirty="0">
                <a:latin typeface="Consolas" panose="020B0609020204030204"/>
                <a:cs typeface="Consolas" panose="020B0609020204030204"/>
              </a:rPr>
              <a:t> </a:t>
            </a:r>
            <a:r>
              <a:rPr sz="1400" b="1" spc="-10" dirty="0">
                <a:latin typeface="Consolas" panose="020B0609020204030204"/>
                <a:cs typeface="Consolas" panose="020B0609020204030204"/>
              </a:rPr>
              <a:t>image=</a:t>
            </a:r>
            <a:r>
              <a:rPr sz="1400" b="1" spc="-10" dirty="0">
                <a:solidFill>
                  <a:srgbClr val="2B91AE"/>
                </a:solidFill>
                <a:latin typeface="Consolas" panose="020B0609020204030204"/>
                <a:cs typeface="Consolas" panose="020B0609020204030204"/>
              </a:rPr>
              <a:t>image</a:t>
            </a:r>
            <a:r>
              <a:rPr sz="1400" b="1" spc="-10" dirty="0">
                <a:latin typeface="Consolas" panose="020B0609020204030204"/>
                <a:cs typeface="Consolas" panose="020B0609020204030204"/>
              </a:rPr>
              <a:t>) </a:t>
            </a:r>
            <a:r>
              <a:rPr sz="1400" b="1" dirty="0">
                <a:latin typeface="Consolas" panose="020B0609020204030204"/>
                <a:cs typeface="Consolas" panose="020B0609020204030204"/>
              </a:rPr>
              <a:t>image_label.image</a:t>
            </a:r>
            <a:r>
              <a:rPr sz="1400" b="1" spc="-45" dirty="0">
                <a:latin typeface="Consolas" panose="020B0609020204030204"/>
                <a:cs typeface="Consolas" panose="020B0609020204030204"/>
              </a:rPr>
              <a:t> </a:t>
            </a:r>
            <a:r>
              <a:rPr sz="1400" b="1" dirty="0">
                <a:latin typeface="Consolas" panose="020B0609020204030204"/>
                <a:cs typeface="Consolas" panose="020B0609020204030204"/>
              </a:rPr>
              <a:t>=</a:t>
            </a:r>
            <a:r>
              <a:rPr sz="1400" b="1" spc="-25" dirty="0">
                <a:latin typeface="Consolas" panose="020B0609020204030204"/>
                <a:cs typeface="Consolas" panose="020B0609020204030204"/>
              </a:rPr>
              <a:t> </a:t>
            </a:r>
            <a:r>
              <a:rPr sz="1400" b="1" spc="-10" dirty="0">
                <a:solidFill>
                  <a:srgbClr val="2B91AE"/>
                </a:solidFill>
                <a:latin typeface="Consolas" panose="020B0609020204030204"/>
                <a:cs typeface="Consolas" panose="020B0609020204030204"/>
              </a:rPr>
              <a:t>image</a:t>
            </a:r>
            <a:endParaRPr sz="1400">
              <a:latin typeface="Consolas" panose="020B0609020204030204"/>
              <a:cs typeface="Consolas" panose="020B0609020204030204"/>
            </a:endParaRPr>
          </a:p>
          <a:p>
            <a:pPr marL="927100" marR="278130">
              <a:lnSpc>
                <a:spcPct val="115000"/>
              </a:lnSpc>
            </a:pPr>
            <a:r>
              <a:rPr sz="1400" b="1" dirty="0">
                <a:solidFill>
                  <a:srgbClr val="008000"/>
                </a:solidFill>
                <a:latin typeface="Consolas" panose="020B0609020204030204"/>
                <a:cs typeface="Consolas" panose="020B0609020204030204"/>
              </a:rPr>
              <a:t>#</a:t>
            </a:r>
            <a:r>
              <a:rPr sz="1400" b="1" spc="-35"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keep</a:t>
            </a:r>
            <a:r>
              <a:rPr sz="1400" b="1" spc="-20"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a</a:t>
            </a:r>
            <a:r>
              <a:rPr sz="1400" b="1" spc="-20"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reference</a:t>
            </a:r>
            <a:r>
              <a:rPr sz="1400" b="1" spc="-20"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to</a:t>
            </a:r>
            <a:r>
              <a:rPr sz="1400" b="1" spc="-20"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the</a:t>
            </a:r>
            <a:r>
              <a:rPr sz="1400" b="1" spc="-20"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image</a:t>
            </a:r>
            <a:r>
              <a:rPr sz="1400" b="1" spc="-20"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to</a:t>
            </a:r>
            <a:r>
              <a:rPr sz="1400" b="1" spc="-20"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prevent</a:t>
            </a:r>
            <a:r>
              <a:rPr sz="1400" b="1" spc="-20" dirty="0">
                <a:solidFill>
                  <a:srgbClr val="008000"/>
                </a:solidFill>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garbage</a:t>
            </a:r>
            <a:r>
              <a:rPr sz="1400" b="1" spc="-20" dirty="0">
                <a:solidFill>
                  <a:srgbClr val="008000"/>
                </a:solidFill>
                <a:latin typeface="Consolas" panose="020B0609020204030204"/>
                <a:cs typeface="Consolas" panose="020B0609020204030204"/>
              </a:rPr>
              <a:t> </a:t>
            </a:r>
            <a:r>
              <a:rPr sz="1400" b="1" spc="-10" dirty="0">
                <a:solidFill>
                  <a:srgbClr val="008000"/>
                </a:solidFill>
                <a:latin typeface="Consolas" panose="020B0609020204030204"/>
                <a:cs typeface="Consolas" panose="020B0609020204030204"/>
              </a:rPr>
              <a:t>collectio</a:t>
            </a:r>
            <a:r>
              <a:rPr sz="1400" spc="-10" dirty="0">
                <a:solidFill>
                  <a:srgbClr val="008000"/>
                </a:solidFill>
                <a:latin typeface="Consolas" panose="020B0609020204030204"/>
                <a:cs typeface="Consolas" panose="020B0609020204030204"/>
              </a:rPr>
              <a:t>n </a:t>
            </a:r>
            <a:r>
              <a:rPr sz="1400" b="1" dirty="0">
                <a:latin typeface="Consolas" panose="020B0609020204030204"/>
                <a:cs typeface="Consolas" panose="020B0609020204030204"/>
              </a:rPr>
              <a:t>image_label.place(x=100,</a:t>
            </a:r>
            <a:r>
              <a:rPr sz="1400" b="1" spc="-120" dirty="0">
                <a:latin typeface="Consolas" panose="020B0609020204030204"/>
                <a:cs typeface="Consolas" panose="020B0609020204030204"/>
              </a:rPr>
              <a:t> </a:t>
            </a:r>
            <a:r>
              <a:rPr sz="1400" b="1" spc="-10" dirty="0">
                <a:latin typeface="Consolas" panose="020B0609020204030204"/>
                <a:cs typeface="Consolas" panose="020B0609020204030204"/>
              </a:rPr>
              <a:t>y=180)</a:t>
            </a:r>
            <a:endParaRPr sz="1400">
              <a:latin typeface="Consolas" panose="020B0609020204030204"/>
              <a:cs typeface="Consolas" panose="020B0609020204030204"/>
            </a:endParaRPr>
          </a:p>
        </p:txBody>
      </p:sp>
      <p:sp>
        <p:nvSpPr>
          <p:cNvPr id="7" name="object 7"/>
          <p:cNvSpPr txBox="1"/>
          <p:nvPr/>
        </p:nvSpPr>
        <p:spPr>
          <a:xfrm>
            <a:off x="3468767" y="844320"/>
            <a:ext cx="2534919" cy="836930"/>
          </a:xfrm>
          <a:prstGeom prst="rect">
            <a:avLst/>
          </a:prstGeom>
        </p:spPr>
        <p:txBody>
          <a:bodyPr vert="horz" wrap="square" lIns="0" tIns="16933" rIns="0" bIns="0" rtlCol="0">
            <a:spAutoFit/>
          </a:bodyPr>
          <a:lstStyle/>
          <a:p>
            <a:pPr marL="12700">
              <a:lnSpc>
                <a:spcPct val="100000"/>
              </a:lnSpc>
              <a:spcBef>
                <a:spcPts val="100"/>
              </a:spcBef>
            </a:pPr>
            <a:r>
              <a:rPr sz="2665" spc="-70" dirty="0">
                <a:solidFill>
                  <a:srgbClr val="FF6E6B"/>
                </a:solidFill>
                <a:latin typeface="Tahoma" panose="020B0604030504040204"/>
                <a:cs typeface="Tahoma" panose="020B0604030504040204"/>
              </a:rPr>
              <a:t>2.</a:t>
            </a:r>
            <a:r>
              <a:rPr sz="2665" spc="-225" dirty="0">
                <a:solidFill>
                  <a:srgbClr val="FF6E6B"/>
                </a:solidFill>
                <a:latin typeface="Tahoma" panose="020B0604030504040204"/>
                <a:cs typeface="Tahoma" panose="020B0604030504040204"/>
              </a:rPr>
              <a:t> </a:t>
            </a:r>
            <a:r>
              <a:rPr sz="2665" spc="-10" dirty="0">
                <a:solidFill>
                  <a:srgbClr val="FF6E6B"/>
                </a:solidFill>
                <a:latin typeface="Tahoma" panose="020B0604030504040204"/>
                <a:cs typeface="Tahoma" panose="020B0604030504040204"/>
              </a:rPr>
              <a:t>Retrieve</a:t>
            </a:r>
            <a:r>
              <a:rPr sz="2665" spc="-225" dirty="0">
                <a:solidFill>
                  <a:srgbClr val="FF6E6B"/>
                </a:solidFill>
                <a:latin typeface="Tahoma" panose="020B0604030504040204"/>
                <a:cs typeface="Tahoma" panose="020B0604030504040204"/>
              </a:rPr>
              <a:t> </a:t>
            </a:r>
            <a:r>
              <a:rPr sz="2665" spc="-70" dirty="0">
                <a:solidFill>
                  <a:srgbClr val="FF6E6B"/>
                </a:solidFill>
                <a:latin typeface="Tahoma" panose="020B0604030504040204"/>
                <a:cs typeface="Tahoma" panose="020B0604030504040204"/>
              </a:rPr>
              <a:t>Image</a:t>
            </a:r>
            <a:endParaRPr sz="2665">
              <a:latin typeface="Tahoma" panose="020B0604030504040204"/>
              <a:cs typeface="Tahoma" panose="020B060403050404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63751" y="1958023"/>
            <a:ext cx="9211733" cy="570230"/>
          </a:xfrm>
          <a:prstGeom prst="rect">
            <a:avLst/>
          </a:prstGeom>
        </p:spPr>
        <p:txBody>
          <a:bodyPr vert="horz" wrap="square" lIns="0" tIns="16933" rIns="0" bIns="0" rtlCol="0">
            <a:spAutoFit/>
          </a:bodyPr>
          <a:lstStyle/>
          <a:p>
            <a:pPr marL="12700">
              <a:lnSpc>
                <a:spcPct val="100000"/>
              </a:lnSpc>
              <a:spcBef>
                <a:spcPts val="100"/>
              </a:spcBef>
            </a:pPr>
            <a:r>
              <a:rPr spc="-200" dirty="0"/>
              <a:t>Exercise</a:t>
            </a:r>
            <a:endParaRPr spc="-200" dirty="0"/>
          </a:p>
        </p:txBody>
      </p:sp>
      <p:sp>
        <p:nvSpPr>
          <p:cNvPr id="3" name="object 3"/>
          <p:cNvSpPr txBox="1"/>
          <p:nvPr/>
        </p:nvSpPr>
        <p:spPr>
          <a:xfrm>
            <a:off x="1700133" y="3410101"/>
            <a:ext cx="4882727" cy="591185"/>
          </a:xfrm>
          <a:prstGeom prst="rect">
            <a:avLst/>
          </a:prstGeom>
        </p:spPr>
        <p:txBody>
          <a:bodyPr vert="horz" wrap="square" lIns="0" tIns="16933" rIns="0" bIns="0" rtlCol="0">
            <a:spAutoFit/>
          </a:bodyPr>
          <a:lstStyle/>
          <a:p>
            <a:pPr marL="12700">
              <a:lnSpc>
                <a:spcPct val="100000"/>
              </a:lnSpc>
              <a:spcBef>
                <a:spcPts val="100"/>
              </a:spcBef>
            </a:pPr>
            <a:r>
              <a:rPr sz="3735" dirty="0">
                <a:solidFill>
                  <a:srgbClr val="0D66EB"/>
                </a:solidFill>
                <a:latin typeface="Verdana" panose="020B0604030504040204"/>
                <a:cs typeface="Verdana" panose="020B0604030504040204"/>
              </a:rPr>
              <a:t>Click</a:t>
            </a:r>
            <a:r>
              <a:rPr sz="3735" spc="-185" dirty="0">
                <a:solidFill>
                  <a:srgbClr val="0D66EB"/>
                </a:solidFill>
                <a:latin typeface="Verdana" panose="020B0604030504040204"/>
                <a:cs typeface="Verdana" panose="020B0604030504040204"/>
              </a:rPr>
              <a:t> </a:t>
            </a:r>
            <a:r>
              <a:rPr sz="3735" dirty="0">
                <a:solidFill>
                  <a:srgbClr val="0D66EB"/>
                </a:solidFill>
                <a:latin typeface="Verdana" panose="020B0604030504040204"/>
                <a:cs typeface="Verdana" panose="020B0604030504040204"/>
              </a:rPr>
              <a:t>Here</a:t>
            </a:r>
            <a:r>
              <a:rPr sz="3735" spc="625" dirty="0">
                <a:solidFill>
                  <a:srgbClr val="0D66EB"/>
                </a:solidFill>
                <a:latin typeface="Verdana" panose="020B0604030504040204"/>
                <a:cs typeface="Verdana" panose="020B0604030504040204"/>
              </a:rPr>
              <a:t> </a:t>
            </a:r>
            <a:r>
              <a:rPr sz="3735" u="heavy" dirty="0">
                <a:solidFill>
                  <a:srgbClr val="373737"/>
                </a:solidFill>
                <a:uFill>
                  <a:solidFill>
                    <a:srgbClr val="373737"/>
                  </a:solidFill>
                </a:uFill>
                <a:latin typeface="Verdana" panose="020B0604030504040204"/>
                <a:cs typeface="Verdana" panose="020B0604030504040204"/>
              </a:rPr>
              <a:t>Code</a:t>
            </a:r>
            <a:r>
              <a:rPr sz="3735" u="heavy" spc="-180" dirty="0">
                <a:solidFill>
                  <a:srgbClr val="373737"/>
                </a:solidFill>
                <a:uFill>
                  <a:solidFill>
                    <a:srgbClr val="373737"/>
                  </a:solidFill>
                </a:uFill>
                <a:latin typeface="Verdana" panose="020B0604030504040204"/>
                <a:cs typeface="Verdana" panose="020B0604030504040204"/>
              </a:rPr>
              <a:t> </a:t>
            </a:r>
            <a:r>
              <a:rPr sz="3735" u="heavy" spc="-20" dirty="0">
                <a:solidFill>
                  <a:srgbClr val="373737"/>
                </a:solidFill>
                <a:uFill>
                  <a:solidFill>
                    <a:srgbClr val="373737"/>
                  </a:solidFill>
                </a:uFill>
                <a:latin typeface="Verdana" panose="020B0604030504040204"/>
                <a:cs typeface="Verdana" panose="020B0604030504040204"/>
              </a:rPr>
              <a:t>File</a:t>
            </a:r>
            <a:endParaRPr sz="3735">
              <a:latin typeface="Verdana" panose="020B0604030504040204"/>
              <a:cs typeface="Verdana" panose="020B060403050404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6765" y="729730"/>
            <a:ext cx="2192019" cy="570230"/>
          </a:xfrm>
          <a:prstGeom prst="rect">
            <a:avLst/>
          </a:prstGeom>
        </p:spPr>
        <p:txBody>
          <a:bodyPr vert="horz" wrap="square" lIns="0" tIns="16933" rIns="0" bIns="0" rtlCol="0">
            <a:spAutoFit/>
          </a:bodyPr>
          <a:lstStyle/>
          <a:p>
            <a:pPr marL="12700">
              <a:lnSpc>
                <a:spcPct val="100000"/>
              </a:lnSpc>
              <a:spcBef>
                <a:spcPts val="100"/>
              </a:spcBef>
            </a:pPr>
            <a:r>
              <a:rPr spc="-200" dirty="0"/>
              <a:t>Exercise</a:t>
            </a:r>
            <a:endParaRPr spc="-200" dirty="0"/>
          </a:p>
        </p:txBody>
      </p:sp>
      <p:sp>
        <p:nvSpPr>
          <p:cNvPr id="3" name="object 3"/>
          <p:cNvSpPr txBox="1"/>
          <p:nvPr/>
        </p:nvSpPr>
        <p:spPr>
          <a:xfrm>
            <a:off x="1935900" y="1313500"/>
            <a:ext cx="8550487" cy="5282565"/>
          </a:xfrm>
          <a:prstGeom prst="rect">
            <a:avLst/>
          </a:prstGeom>
        </p:spPr>
        <p:txBody>
          <a:bodyPr vert="horz" wrap="square" lIns="0" tIns="87205" rIns="0" bIns="0" rtlCol="0">
            <a:spAutoFit/>
          </a:bodyPr>
          <a:lstStyle/>
          <a:p>
            <a:pPr marL="12700">
              <a:lnSpc>
                <a:spcPct val="100000"/>
              </a:lnSpc>
              <a:spcBef>
                <a:spcPts val="515"/>
              </a:spcBef>
            </a:pPr>
            <a:r>
              <a:rPr sz="3065" spc="-10" dirty="0">
                <a:solidFill>
                  <a:srgbClr val="373737"/>
                </a:solidFill>
                <a:latin typeface="Tahoma" panose="020B0604030504040204"/>
                <a:cs typeface="Tahoma" panose="020B0604030504040204"/>
              </a:rPr>
              <a:t>Using</a:t>
            </a:r>
            <a:r>
              <a:rPr sz="3065" spc="-165" dirty="0">
                <a:solidFill>
                  <a:srgbClr val="373737"/>
                </a:solidFill>
                <a:latin typeface="Tahoma" panose="020B0604030504040204"/>
                <a:cs typeface="Tahoma" panose="020B0604030504040204"/>
              </a:rPr>
              <a:t> </a:t>
            </a:r>
            <a:r>
              <a:rPr sz="3065" dirty="0">
                <a:solidFill>
                  <a:srgbClr val="373737"/>
                </a:solidFill>
                <a:latin typeface="Tahoma" panose="020B0604030504040204"/>
                <a:cs typeface="Tahoma" panose="020B0604030504040204"/>
              </a:rPr>
              <a:t>cocktailDB</a:t>
            </a:r>
            <a:r>
              <a:rPr sz="3065" spc="-155" dirty="0">
                <a:solidFill>
                  <a:srgbClr val="373737"/>
                </a:solidFill>
                <a:latin typeface="Tahoma" panose="020B0604030504040204"/>
                <a:cs typeface="Tahoma" panose="020B0604030504040204"/>
              </a:rPr>
              <a:t> </a:t>
            </a:r>
            <a:r>
              <a:rPr sz="3065" spc="-25" dirty="0">
                <a:solidFill>
                  <a:srgbClr val="373737"/>
                </a:solidFill>
                <a:latin typeface="Tahoma" panose="020B0604030504040204"/>
                <a:cs typeface="Tahoma" panose="020B0604030504040204"/>
              </a:rPr>
              <a:t>API</a:t>
            </a:r>
            <a:endParaRPr sz="3065">
              <a:latin typeface="Tahoma" panose="020B0604030504040204"/>
              <a:cs typeface="Tahoma" panose="020B0604030504040204"/>
            </a:endParaRPr>
          </a:p>
          <a:p>
            <a:pPr marL="12700">
              <a:lnSpc>
                <a:spcPct val="100000"/>
              </a:lnSpc>
              <a:spcBef>
                <a:spcPts val="410"/>
              </a:spcBef>
            </a:pPr>
            <a:r>
              <a:rPr sz="3065" dirty="0">
                <a:solidFill>
                  <a:srgbClr val="373737"/>
                </a:solidFill>
                <a:latin typeface="Tahoma" panose="020B0604030504040204"/>
                <a:cs typeface="Tahoma" panose="020B0604030504040204"/>
              </a:rPr>
              <a:t>Create</a:t>
            </a:r>
            <a:r>
              <a:rPr sz="3065" spc="-235" dirty="0">
                <a:solidFill>
                  <a:srgbClr val="373737"/>
                </a:solidFill>
                <a:latin typeface="Tahoma" panose="020B0604030504040204"/>
                <a:cs typeface="Tahoma" panose="020B0604030504040204"/>
              </a:rPr>
              <a:t> </a:t>
            </a:r>
            <a:r>
              <a:rPr sz="3065" spc="-75" dirty="0">
                <a:solidFill>
                  <a:srgbClr val="373737"/>
                </a:solidFill>
                <a:latin typeface="Tahoma" panose="020B0604030504040204"/>
                <a:cs typeface="Tahoma" panose="020B0604030504040204"/>
              </a:rPr>
              <a:t>an</a:t>
            </a:r>
            <a:r>
              <a:rPr sz="3065" spc="-229" dirty="0">
                <a:solidFill>
                  <a:srgbClr val="373737"/>
                </a:solidFill>
                <a:latin typeface="Tahoma" panose="020B0604030504040204"/>
                <a:cs typeface="Tahoma" panose="020B0604030504040204"/>
              </a:rPr>
              <a:t> </a:t>
            </a:r>
            <a:r>
              <a:rPr sz="3065" spc="-70" dirty="0">
                <a:solidFill>
                  <a:srgbClr val="373737"/>
                </a:solidFill>
                <a:latin typeface="Tahoma" panose="020B0604030504040204"/>
                <a:cs typeface="Tahoma" panose="020B0604030504040204"/>
              </a:rPr>
              <a:t>app</a:t>
            </a:r>
            <a:r>
              <a:rPr sz="3065" spc="-229" dirty="0">
                <a:solidFill>
                  <a:srgbClr val="373737"/>
                </a:solidFill>
                <a:latin typeface="Tahoma" panose="020B0604030504040204"/>
                <a:cs typeface="Tahoma" panose="020B0604030504040204"/>
              </a:rPr>
              <a:t> </a:t>
            </a:r>
            <a:r>
              <a:rPr sz="3065" dirty="0">
                <a:solidFill>
                  <a:srgbClr val="373737"/>
                </a:solidFill>
                <a:latin typeface="Tahoma" panose="020B0604030504040204"/>
                <a:cs typeface="Tahoma" panose="020B0604030504040204"/>
              </a:rPr>
              <a:t>to</a:t>
            </a:r>
            <a:r>
              <a:rPr sz="3065" spc="-229" dirty="0">
                <a:solidFill>
                  <a:srgbClr val="373737"/>
                </a:solidFill>
                <a:latin typeface="Tahoma" panose="020B0604030504040204"/>
                <a:cs typeface="Tahoma" panose="020B0604030504040204"/>
              </a:rPr>
              <a:t> </a:t>
            </a:r>
            <a:r>
              <a:rPr sz="3065" spc="-50" dirty="0">
                <a:solidFill>
                  <a:srgbClr val="373737"/>
                </a:solidFill>
                <a:latin typeface="Tahoma" panose="020B0604030504040204"/>
                <a:cs typeface="Tahoma" panose="020B0604030504040204"/>
              </a:rPr>
              <a:t>access</a:t>
            </a:r>
            <a:r>
              <a:rPr sz="3065" spc="-235" dirty="0">
                <a:solidFill>
                  <a:srgbClr val="373737"/>
                </a:solidFill>
                <a:latin typeface="Tahoma" panose="020B0604030504040204"/>
                <a:cs typeface="Tahoma" panose="020B0604030504040204"/>
              </a:rPr>
              <a:t> </a:t>
            </a:r>
            <a:r>
              <a:rPr sz="3065" spc="-20" dirty="0">
                <a:solidFill>
                  <a:srgbClr val="373737"/>
                </a:solidFill>
                <a:latin typeface="Tahoma" panose="020B0604030504040204"/>
                <a:cs typeface="Tahoma" panose="020B0604030504040204"/>
              </a:rPr>
              <a:t>cocktail</a:t>
            </a:r>
            <a:r>
              <a:rPr sz="3065" spc="-235" dirty="0">
                <a:solidFill>
                  <a:srgbClr val="373737"/>
                </a:solidFill>
                <a:latin typeface="Tahoma" panose="020B0604030504040204"/>
                <a:cs typeface="Tahoma" panose="020B0604030504040204"/>
              </a:rPr>
              <a:t> </a:t>
            </a:r>
            <a:r>
              <a:rPr sz="3065" spc="-30" dirty="0">
                <a:solidFill>
                  <a:srgbClr val="373737"/>
                </a:solidFill>
                <a:latin typeface="Tahoma" panose="020B0604030504040204"/>
                <a:cs typeface="Tahoma" panose="020B0604030504040204"/>
              </a:rPr>
              <a:t>Database</a:t>
            </a:r>
            <a:r>
              <a:rPr sz="3065" spc="-229" dirty="0">
                <a:solidFill>
                  <a:srgbClr val="373737"/>
                </a:solidFill>
                <a:latin typeface="Tahoma" panose="020B0604030504040204"/>
                <a:cs typeface="Tahoma" panose="020B0604030504040204"/>
              </a:rPr>
              <a:t> </a:t>
            </a:r>
            <a:r>
              <a:rPr sz="3065" spc="-55" dirty="0">
                <a:solidFill>
                  <a:srgbClr val="373737"/>
                </a:solidFill>
                <a:latin typeface="Tahoma" panose="020B0604030504040204"/>
                <a:cs typeface="Tahoma" panose="020B0604030504040204"/>
              </a:rPr>
              <a:t>using</a:t>
            </a:r>
            <a:r>
              <a:rPr sz="3065" spc="-240" dirty="0">
                <a:solidFill>
                  <a:srgbClr val="373737"/>
                </a:solidFill>
                <a:latin typeface="Tahoma" panose="020B0604030504040204"/>
                <a:cs typeface="Tahoma" panose="020B0604030504040204"/>
              </a:rPr>
              <a:t> </a:t>
            </a:r>
            <a:r>
              <a:rPr sz="3065" spc="-25" dirty="0">
                <a:solidFill>
                  <a:srgbClr val="373737"/>
                </a:solidFill>
                <a:latin typeface="Tahoma" panose="020B0604030504040204"/>
                <a:cs typeface="Tahoma" panose="020B0604030504040204"/>
              </a:rPr>
              <a:t>API</a:t>
            </a:r>
            <a:endParaRPr sz="3065">
              <a:latin typeface="Tahoma" panose="020B0604030504040204"/>
              <a:cs typeface="Tahoma" panose="020B0604030504040204"/>
            </a:endParaRPr>
          </a:p>
          <a:p>
            <a:pPr>
              <a:lnSpc>
                <a:spcPct val="100000"/>
              </a:lnSpc>
              <a:spcBef>
                <a:spcPts val="825"/>
              </a:spcBef>
            </a:pPr>
            <a:endParaRPr sz="3065">
              <a:latin typeface="Tahoma" panose="020B0604030504040204"/>
              <a:cs typeface="Tahoma" panose="020B0604030504040204"/>
            </a:endParaRPr>
          </a:p>
          <a:p>
            <a:pPr marL="469265" indent="-425450">
              <a:lnSpc>
                <a:spcPct val="100000"/>
              </a:lnSpc>
              <a:buAutoNum type="arabicPeriod"/>
              <a:tabLst>
                <a:tab pos="469265" algn="l"/>
              </a:tabLst>
            </a:pPr>
            <a:r>
              <a:rPr sz="2665" dirty="0">
                <a:solidFill>
                  <a:srgbClr val="373737"/>
                </a:solidFill>
                <a:latin typeface="Tahoma" panose="020B0604030504040204"/>
                <a:cs typeface="Tahoma" panose="020B0604030504040204"/>
              </a:rPr>
              <a:t>Use</a:t>
            </a:r>
            <a:r>
              <a:rPr sz="2665" spc="-210" dirty="0">
                <a:solidFill>
                  <a:srgbClr val="373737"/>
                </a:solidFill>
                <a:latin typeface="Tahoma" panose="020B0604030504040204"/>
                <a:cs typeface="Tahoma" panose="020B0604030504040204"/>
              </a:rPr>
              <a:t> </a:t>
            </a:r>
            <a:r>
              <a:rPr sz="2665" spc="-90" dirty="0">
                <a:solidFill>
                  <a:srgbClr val="373737"/>
                </a:solidFill>
                <a:latin typeface="Tahoma" panose="020B0604030504040204"/>
                <a:cs typeface="Tahoma" panose="020B0604030504040204"/>
              </a:rPr>
              <a:t>a</a:t>
            </a:r>
            <a:r>
              <a:rPr sz="2665" spc="-210" dirty="0">
                <a:solidFill>
                  <a:srgbClr val="373737"/>
                </a:solidFill>
                <a:latin typeface="Tahoma" panose="020B0604030504040204"/>
                <a:cs typeface="Tahoma" panose="020B0604030504040204"/>
              </a:rPr>
              <a:t> </a:t>
            </a:r>
            <a:r>
              <a:rPr sz="2665" spc="-35" dirty="0">
                <a:solidFill>
                  <a:srgbClr val="373737"/>
                </a:solidFill>
                <a:latin typeface="Tahoma" panose="020B0604030504040204"/>
                <a:cs typeface="Tahoma" panose="020B0604030504040204"/>
              </a:rPr>
              <a:t>logo</a:t>
            </a:r>
            <a:r>
              <a:rPr sz="2665" spc="-210"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to</a:t>
            </a:r>
            <a:r>
              <a:rPr sz="2665" spc="-210"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the</a:t>
            </a:r>
            <a:r>
              <a:rPr sz="2665" spc="-210"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app</a:t>
            </a:r>
            <a:endParaRPr sz="2665">
              <a:latin typeface="Tahoma" panose="020B0604030504040204"/>
              <a:cs typeface="Tahoma" panose="020B0604030504040204"/>
            </a:endParaRPr>
          </a:p>
          <a:p>
            <a:pPr marL="469265" indent="-425450">
              <a:lnSpc>
                <a:spcPct val="100000"/>
              </a:lnSpc>
              <a:spcBef>
                <a:spcPts val="360"/>
              </a:spcBef>
              <a:buAutoNum type="arabicPeriod"/>
              <a:tabLst>
                <a:tab pos="469265" algn="l"/>
              </a:tabLst>
            </a:pPr>
            <a:r>
              <a:rPr sz="2665" spc="-20" dirty="0">
                <a:solidFill>
                  <a:srgbClr val="373737"/>
                </a:solidFill>
                <a:latin typeface="Tahoma" panose="020B0604030504040204"/>
                <a:cs typeface="Tahoma" panose="020B0604030504040204"/>
              </a:rPr>
              <a:t>Name</a:t>
            </a:r>
            <a:r>
              <a:rPr sz="2665" spc="-229"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the</a:t>
            </a:r>
            <a:r>
              <a:rPr sz="2665" spc="-229" dirty="0">
                <a:solidFill>
                  <a:srgbClr val="373737"/>
                </a:solidFill>
                <a:latin typeface="Tahoma" panose="020B0604030504040204"/>
                <a:cs typeface="Tahoma" panose="020B0604030504040204"/>
              </a:rPr>
              <a:t> </a:t>
            </a:r>
            <a:r>
              <a:rPr sz="2665" spc="-60" dirty="0">
                <a:solidFill>
                  <a:srgbClr val="373737"/>
                </a:solidFill>
                <a:latin typeface="Tahoma" panose="020B0604030504040204"/>
                <a:cs typeface="Tahoma" panose="020B0604030504040204"/>
              </a:rPr>
              <a:t>app</a:t>
            </a:r>
            <a:r>
              <a:rPr sz="2665" spc="-225" dirty="0">
                <a:solidFill>
                  <a:srgbClr val="373737"/>
                </a:solidFill>
                <a:latin typeface="Tahoma" panose="020B0604030504040204"/>
                <a:cs typeface="Tahoma" panose="020B0604030504040204"/>
              </a:rPr>
              <a:t> </a:t>
            </a:r>
            <a:r>
              <a:rPr sz="2665" spc="-65" dirty="0">
                <a:solidFill>
                  <a:srgbClr val="373737"/>
                </a:solidFill>
                <a:latin typeface="Tahoma" panose="020B0604030504040204"/>
                <a:cs typeface="Tahoma" panose="020B0604030504040204"/>
              </a:rPr>
              <a:t>as</a:t>
            </a:r>
            <a:r>
              <a:rPr sz="2665" spc="-229"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Juice</a:t>
            </a:r>
            <a:r>
              <a:rPr sz="2665" spc="-225"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World</a:t>
            </a:r>
            <a:endParaRPr sz="2665">
              <a:latin typeface="Tahoma" panose="020B0604030504040204"/>
              <a:cs typeface="Tahoma" panose="020B0604030504040204"/>
            </a:endParaRPr>
          </a:p>
          <a:p>
            <a:pPr marL="469265" indent="-425450">
              <a:lnSpc>
                <a:spcPct val="100000"/>
              </a:lnSpc>
              <a:spcBef>
                <a:spcPts val="360"/>
              </a:spcBef>
              <a:buAutoNum type="arabicPeriod"/>
              <a:tabLst>
                <a:tab pos="469265" algn="l"/>
              </a:tabLst>
            </a:pPr>
            <a:r>
              <a:rPr sz="2665" dirty="0">
                <a:solidFill>
                  <a:srgbClr val="373737"/>
                </a:solidFill>
                <a:latin typeface="Tahoma" panose="020B0604030504040204"/>
                <a:cs typeface="Tahoma" panose="020B0604030504040204"/>
              </a:rPr>
              <a:t>Create</a:t>
            </a:r>
            <a:r>
              <a:rPr sz="2665" spc="-125"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multiple</a:t>
            </a:r>
            <a:r>
              <a:rPr sz="2665" spc="-125"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frames</a:t>
            </a:r>
            <a:endParaRPr sz="2665">
              <a:latin typeface="Tahoma" panose="020B0604030504040204"/>
              <a:cs typeface="Tahoma" panose="020B0604030504040204"/>
            </a:endParaRPr>
          </a:p>
          <a:p>
            <a:pPr marL="469265" indent="-425450">
              <a:lnSpc>
                <a:spcPct val="100000"/>
              </a:lnSpc>
              <a:spcBef>
                <a:spcPts val="360"/>
              </a:spcBef>
              <a:buAutoNum type="arabicPeriod"/>
              <a:tabLst>
                <a:tab pos="469265" algn="l"/>
              </a:tabLst>
            </a:pPr>
            <a:r>
              <a:rPr sz="2665" dirty="0">
                <a:solidFill>
                  <a:srgbClr val="373737"/>
                </a:solidFill>
                <a:latin typeface="Tahoma" panose="020B0604030504040204"/>
                <a:cs typeface="Tahoma" panose="020B0604030504040204"/>
              </a:rPr>
              <a:t>First</a:t>
            </a:r>
            <a:r>
              <a:rPr sz="2665" spc="-195" dirty="0">
                <a:solidFill>
                  <a:srgbClr val="373737"/>
                </a:solidFill>
                <a:latin typeface="Tahoma" panose="020B0604030504040204"/>
                <a:cs typeface="Tahoma" panose="020B0604030504040204"/>
              </a:rPr>
              <a:t> </a:t>
            </a:r>
            <a:r>
              <a:rPr sz="2665" spc="-50" dirty="0">
                <a:solidFill>
                  <a:srgbClr val="373737"/>
                </a:solidFill>
                <a:latin typeface="Tahoma" panose="020B0604030504040204"/>
                <a:cs typeface="Tahoma" panose="020B0604030504040204"/>
              </a:rPr>
              <a:t>frame</a:t>
            </a:r>
            <a:r>
              <a:rPr sz="2665" spc="-195" dirty="0">
                <a:solidFill>
                  <a:srgbClr val="373737"/>
                </a:solidFill>
                <a:latin typeface="Tahoma" panose="020B0604030504040204"/>
                <a:cs typeface="Tahoma" panose="020B0604030504040204"/>
              </a:rPr>
              <a:t> </a:t>
            </a:r>
            <a:r>
              <a:rPr sz="2665" spc="-75" dirty="0">
                <a:solidFill>
                  <a:srgbClr val="373737"/>
                </a:solidFill>
                <a:latin typeface="Tahoma" panose="020B0604030504040204"/>
                <a:cs typeface="Tahoma" panose="020B0604030504040204"/>
              </a:rPr>
              <a:t>-</a:t>
            </a:r>
            <a:r>
              <a:rPr sz="2665" spc="-195" dirty="0">
                <a:solidFill>
                  <a:srgbClr val="373737"/>
                </a:solidFill>
                <a:latin typeface="Tahoma" panose="020B0604030504040204"/>
                <a:cs typeface="Tahoma" panose="020B0604030504040204"/>
              </a:rPr>
              <a:t> </a:t>
            </a:r>
            <a:r>
              <a:rPr sz="2665" spc="-65" dirty="0">
                <a:solidFill>
                  <a:srgbClr val="373737"/>
                </a:solidFill>
                <a:latin typeface="Tahoma" panose="020B0604030504040204"/>
                <a:cs typeface="Tahoma" panose="020B0604030504040204"/>
              </a:rPr>
              <a:t>as</a:t>
            </a:r>
            <a:r>
              <a:rPr sz="2665" spc="-195" dirty="0">
                <a:solidFill>
                  <a:srgbClr val="373737"/>
                </a:solidFill>
                <a:latin typeface="Tahoma" panose="020B0604030504040204"/>
                <a:cs typeface="Tahoma" panose="020B0604030504040204"/>
              </a:rPr>
              <a:t> </a:t>
            </a:r>
            <a:r>
              <a:rPr sz="2665" spc="-30" dirty="0">
                <a:solidFill>
                  <a:srgbClr val="373737"/>
                </a:solidFill>
                <a:latin typeface="Tahoma" panose="020B0604030504040204"/>
                <a:cs typeface="Tahoma" panose="020B0604030504040204"/>
              </a:rPr>
              <a:t>shown</a:t>
            </a:r>
            <a:r>
              <a:rPr sz="2665" spc="-195"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in</a:t>
            </a:r>
            <a:r>
              <a:rPr sz="2665" spc="-200" dirty="0">
                <a:solidFill>
                  <a:srgbClr val="373737"/>
                </a:solidFill>
                <a:latin typeface="Tahoma" panose="020B0604030504040204"/>
                <a:cs typeface="Tahoma" panose="020B0604030504040204"/>
              </a:rPr>
              <a:t> </a:t>
            </a:r>
            <a:r>
              <a:rPr sz="2665" u="heavy" spc="-25" dirty="0">
                <a:solidFill>
                  <a:srgbClr val="373737"/>
                </a:solidFill>
                <a:uFill>
                  <a:solidFill>
                    <a:srgbClr val="373737"/>
                  </a:solidFill>
                </a:uFill>
                <a:latin typeface="Tahoma" panose="020B0604030504040204"/>
                <a:cs typeface="Tahoma" panose="020B0604030504040204"/>
              </a:rPr>
              <a:t>Slide</a:t>
            </a:r>
            <a:r>
              <a:rPr sz="2665" u="heavy" spc="-195" dirty="0">
                <a:solidFill>
                  <a:srgbClr val="373737"/>
                </a:solidFill>
                <a:uFill>
                  <a:solidFill>
                    <a:srgbClr val="373737"/>
                  </a:solidFill>
                </a:uFill>
                <a:latin typeface="Tahoma" panose="020B0604030504040204"/>
                <a:cs typeface="Tahoma" panose="020B0604030504040204"/>
              </a:rPr>
              <a:t> </a:t>
            </a:r>
            <a:r>
              <a:rPr sz="2665" u="heavy" spc="-30" dirty="0">
                <a:solidFill>
                  <a:srgbClr val="373737"/>
                </a:solidFill>
                <a:uFill>
                  <a:solidFill>
                    <a:srgbClr val="373737"/>
                  </a:solidFill>
                </a:uFill>
                <a:latin typeface="Tahoma" panose="020B0604030504040204"/>
                <a:cs typeface="Tahoma" panose="020B0604030504040204"/>
              </a:rPr>
              <a:t>number</a:t>
            </a:r>
            <a:r>
              <a:rPr sz="2665" spc="-200" dirty="0">
                <a:solidFill>
                  <a:srgbClr val="373737"/>
                </a:solidFill>
                <a:latin typeface="Tahoma" panose="020B0604030504040204"/>
                <a:cs typeface="Tahoma" panose="020B0604030504040204"/>
              </a:rPr>
              <a:t> </a:t>
            </a:r>
            <a:r>
              <a:rPr sz="2665" spc="40" dirty="0">
                <a:solidFill>
                  <a:srgbClr val="373737"/>
                </a:solidFill>
                <a:latin typeface="Tahoma" panose="020B0604030504040204"/>
                <a:cs typeface="Tahoma" panose="020B0604030504040204"/>
              </a:rPr>
              <a:t>170</a:t>
            </a:r>
            <a:endParaRPr sz="2665">
              <a:latin typeface="Tahoma" panose="020B0604030504040204"/>
              <a:cs typeface="Tahoma" panose="020B0604030504040204"/>
            </a:endParaRPr>
          </a:p>
          <a:p>
            <a:pPr marL="469265" indent="-425450">
              <a:lnSpc>
                <a:spcPct val="100000"/>
              </a:lnSpc>
              <a:spcBef>
                <a:spcPts val="360"/>
              </a:spcBef>
              <a:buAutoNum type="arabicPeriod"/>
              <a:tabLst>
                <a:tab pos="469265" algn="l"/>
              </a:tabLst>
            </a:pPr>
            <a:r>
              <a:rPr sz="2665" spc="-40" dirty="0">
                <a:solidFill>
                  <a:srgbClr val="373737"/>
                </a:solidFill>
                <a:latin typeface="Tahoma" panose="020B0604030504040204"/>
                <a:cs typeface="Tahoma" panose="020B0604030504040204"/>
              </a:rPr>
              <a:t>Second</a:t>
            </a:r>
            <a:r>
              <a:rPr sz="2665" spc="-240"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frame</a:t>
            </a:r>
            <a:r>
              <a:rPr sz="2665" spc="145" dirty="0">
                <a:solidFill>
                  <a:srgbClr val="373737"/>
                </a:solidFill>
                <a:latin typeface="Tahoma" panose="020B0604030504040204"/>
                <a:cs typeface="Tahoma" panose="020B0604030504040204"/>
              </a:rPr>
              <a:t> </a:t>
            </a:r>
            <a:r>
              <a:rPr sz="2665" spc="-75" dirty="0">
                <a:solidFill>
                  <a:srgbClr val="373737"/>
                </a:solidFill>
                <a:latin typeface="Tahoma" panose="020B0604030504040204"/>
                <a:cs typeface="Tahoma" panose="020B0604030504040204"/>
              </a:rPr>
              <a:t>-</a:t>
            </a:r>
            <a:r>
              <a:rPr sz="2665" spc="-240" dirty="0">
                <a:solidFill>
                  <a:srgbClr val="373737"/>
                </a:solidFill>
                <a:latin typeface="Tahoma" panose="020B0604030504040204"/>
                <a:cs typeface="Tahoma" panose="020B0604030504040204"/>
              </a:rPr>
              <a:t> </a:t>
            </a:r>
            <a:r>
              <a:rPr sz="2665" spc="-65" dirty="0">
                <a:solidFill>
                  <a:srgbClr val="373737"/>
                </a:solidFill>
                <a:latin typeface="Tahoma" panose="020B0604030504040204"/>
                <a:cs typeface="Tahoma" panose="020B0604030504040204"/>
              </a:rPr>
              <a:t>as</a:t>
            </a:r>
            <a:r>
              <a:rPr sz="2665" spc="-240" dirty="0">
                <a:solidFill>
                  <a:srgbClr val="373737"/>
                </a:solidFill>
                <a:latin typeface="Tahoma" panose="020B0604030504040204"/>
                <a:cs typeface="Tahoma" panose="020B0604030504040204"/>
              </a:rPr>
              <a:t> </a:t>
            </a:r>
            <a:r>
              <a:rPr sz="2665" spc="-30" dirty="0">
                <a:solidFill>
                  <a:srgbClr val="373737"/>
                </a:solidFill>
                <a:latin typeface="Tahoma" panose="020B0604030504040204"/>
                <a:cs typeface="Tahoma" panose="020B0604030504040204"/>
              </a:rPr>
              <a:t>shown</a:t>
            </a:r>
            <a:r>
              <a:rPr sz="2665" spc="-240"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in</a:t>
            </a:r>
            <a:r>
              <a:rPr sz="2665" spc="-250" dirty="0">
                <a:solidFill>
                  <a:srgbClr val="373737"/>
                </a:solidFill>
                <a:latin typeface="Tahoma" panose="020B0604030504040204"/>
                <a:cs typeface="Tahoma" panose="020B0604030504040204"/>
              </a:rPr>
              <a:t> </a:t>
            </a:r>
            <a:r>
              <a:rPr sz="2665" u="heavy" spc="-20" dirty="0">
                <a:solidFill>
                  <a:srgbClr val="373737"/>
                </a:solidFill>
                <a:uFill>
                  <a:solidFill>
                    <a:srgbClr val="373737"/>
                  </a:solidFill>
                </a:uFill>
                <a:latin typeface="Tahoma" panose="020B0604030504040204"/>
                <a:cs typeface="Tahoma" panose="020B0604030504040204"/>
              </a:rPr>
              <a:t>slide</a:t>
            </a:r>
            <a:r>
              <a:rPr sz="2665" u="heavy" spc="-240" dirty="0">
                <a:solidFill>
                  <a:srgbClr val="373737"/>
                </a:solidFill>
                <a:uFill>
                  <a:solidFill>
                    <a:srgbClr val="373737"/>
                  </a:solidFill>
                </a:uFill>
                <a:latin typeface="Tahoma" panose="020B0604030504040204"/>
                <a:cs typeface="Tahoma" panose="020B0604030504040204"/>
              </a:rPr>
              <a:t> </a:t>
            </a:r>
            <a:r>
              <a:rPr sz="2665" u="heavy" spc="-30" dirty="0">
                <a:solidFill>
                  <a:srgbClr val="373737"/>
                </a:solidFill>
                <a:uFill>
                  <a:solidFill>
                    <a:srgbClr val="373737"/>
                  </a:solidFill>
                </a:uFill>
                <a:latin typeface="Tahoma" panose="020B0604030504040204"/>
                <a:cs typeface="Tahoma" panose="020B0604030504040204"/>
              </a:rPr>
              <a:t>number</a:t>
            </a:r>
            <a:r>
              <a:rPr sz="2665" spc="-245" dirty="0">
                <a:solidFill>
                  <a:srgbClr val="373737"/>
                </a:solidFill>
                <a:latin typeface="Tahoma" panose="020B0604030504040204"/>
                <a:cs typeface="Tahoma" panose="020B0604030504040204"/>
              </a:rPr>
              <a:t> </a:t>
            </a:r>
            <a:r>
              <a:rPr sz="2665" spc="40" dirty="0">
                <a:solidFill>
                  <a:srgbClr val="373737"/>
                </a:solidFill>
                <a:latin typeface="Tahoma" panose="020B0604030504040204"/>
                <a:cs typeface="Tahoma" panose="020B0604030504040204"/>
              </a:rPr>
              <a:t>171</a:t>
            </a:r>
            <a:endParaRPr sz="2665">
              <a:latin typeface="Tahoma" panose="020B0604030504040204"/>
              <a:cs typeface="Tahoma" panose="020B0604030504040204"/>
            </a:endParaRPr>
          </a:p>
          <a:p>
            <a:pPr marL="469265" indent="-425450">
              <a:lnSpc>
                <a:spcPct val="100000"/>
              </a:lnSpc>
              <a:spcBef>
                <a:spcPts val="360"/>
              </a:spcBef>
              <a:buAutoNum type="arabicPeriod"/>
              <a:tabLst>
                <a:tab pos="469265" algn="l"/>
              </a:tabLst>
            </a:pPr>
            <a:r>
              <a:rPr sz="2665" dirty="0">
                <a:solidFill>
                  <a:srgbClr val="373737"/>
                </a:solidFill>
                <a:latin typeface="Tahoma" panose="020B0604030504040204"/>
                <a:cs typeface="Tahoma" panose="020B0604030504040204"/>
              </a:rPr>
              <a:t>Third</a:t>
            </a:r>
            <a:r>
              <a:rPr sz="2665" spc="-225" dirty="0">
                <a:solidFill>
                  <a:srgbClr val="373737"/>
                </a:solidFill>
                <a:latin typeface="Tahoma" panose="020B0604030504040204"/>
                <a:cs typeface="Tahoma" panose="020B0604030504040204"/>
              </a:rPr>
              <a:t> </a:t>
            </a:r>
            <a:r>
              <a:rPr sz="2665" spc="-50" dirty="0">
                <a:solidFill>
                  <a:srgbClr val="373737"/>
                </a:solidFill>
                <a:latin typeface="Tahoma" panose="020B0604030504040204"/>
                <a:cs typeface="Tahoma" panose="020B0604030504040204"/>
              </a:rPr>
              <a:t>frame</a:t>
            </a:r>
            <a:r>
              <a:rPr sz="2665" spc="-220"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a:t>
            </a:r>
            <a:r>
              <a:rPr sz="2665" spc="180" dirty="0">
                <a:solidFill>
                  <a:srgbClr val="373737"/>
                </a:solidFill>
                <a:latin typeface="Tahoma" panose="020B0604030504040204"/>
                <a:cs typeface="Tahoma" panose="020B0604030504040204"/>
              </a:rPr>
              <a:t> </a:t>
            </a:r>
            <a:r>
              <a:rPr sz="2665" spc="-65" dirty="0">
                <a:solidFill>
                  <a:srgbClr val="373737"/>
                </a:solidFill>
                <a:latin typeface="Tahoma" panose="020B0604030504040204"/>
                <a:cs typeface="Tahoma" panose="020B0604030504040204"/>
              </a:rPr>
              <a:t>as</a:t>
            </a:r>
            <a:r>
              <a:rPr sz="2665" spc="-225" dirty="0">
                <a:solidFill>
                  <a:srgbClr val="373737"/>
                </a:solidFill>
                <a:latin typeface="Tahoma" panose="020B0604030504040204"/>
                <a:cs typeface="Tahoma" panose="020B0604030504040204"/>
              </a:rPr>
              <a:t> </a:t>
            </a:r>
            <a:r>
              <a:rPr sz="2665" spc="-30" dirty="0">
                <a:solidFill>
                  <a:srgbClr val="373737"/>
                </a:solidFill>
                <a:latin typeface="Tahoma" panose="020B0604030504040204"/>
                <a:cs typeface="Tahoma" panose="020B0604030504040204"/>
              </a:rPr>
              <a:t>shown</a:t>
            </a:r>
            <a:r>
              <a:rPr sz="2665" spc="-220"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in</a:t>
            </a:r>
            <a:r>
              <a:rPr sz="2665" spc="-225"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the</a:t>
            </a:r>
            <a:r>
              <a:rPr sz="2665" spc="-229" dirty="0">
                <a:solidFill>
                  <a:srgbClr val="373737"/>
                </a:solidFill>
                <a:latin typeface="Tahoma" panose="020B0604030504040204"/>
                <a:cs typeface="Tahoma" panose="020B0604030504040204"/>
              </a:rPr>
              <a:t> </a:t>
            </a:r>
            <a:r>
              <a:rPr sz="2665" u="heavy" spc="-20" dirty="0">
                <a:solidFill>
                  <a:srgbClr val="373737"/>
                </a:solidFill>
                <a:uFill>
                  <a:solidFill>
                    <a:srgbClr val="373737"/>
                  </a:solidFill>
                </a:uFill>
                <a:latin typeface="Tahoma" panose="020B0604030504040204"/>
                <a:cs typeface="Tahoma" panose="020B0604030504040204"/>
              </a:rPr>
              <a:t>slide</a:t>
            </a:r>
            <a:r>
              <a:rPr sz="2665" u="heavy" spc="-225" dirty="0">
                <a:solidFill>
                  <a:srgbClr val="373737"/>
                </a:solidFill>
                <a:uFill>
                  <a:solidFill>
                    <a:srgbClr val="373737"/>
                  </a:solidFill>
                </a:uFill>
                <a:latin typeface="Tahoma" panose="020B0604030504040204"/>
                <a:cs typeface="Tahoma" panose="020B0604030504040204"/>
              </a:rPr>
              <a:t> </a:t>
            </a:r>
            <a:r>
              <a:rPr sz="2665" u="heavy" spc="-30" dirty="0">
                <a:solidFill>
                  <a:srgbClr val="373737"/>
                </a:solidFill>
                <a:uFill>
                  <a:solidFill>
                    <a:srgbClr val="373737"/>
                  </a:solidFill>
                </a:uFill>
                <a:latin typeface="Tahoma" panose="020B0604030504040204"/>
                <a:cs typeface="Tahoma" panose="020B0604030504040204"/>
              </a:rPr>
              <a:t>number</a:t>
            </a:r>
            <a:r>
              <a:rPr sz="2665" spc="-225" dirty="0">
                <a:solidFill>
                  <a:srgbClr val="373737"/>
                </a:solidFill>
                <a:latin typeface="Tahoma" panose="020B0604030504040204"/>
                <a:cs typeface="Tahoma" panose="020B0604030504040204"/>
              </a:rPr>
              <a:t> </a:t>
            </a:r>
            <a:r>
              <a:rPr sz="2665" spc="40" dirty="0">
                <a:solidFill>
                  <a:srgbClr val="373737"/>
                </a:solidFill>
                <a:latin typeface="Tahoma" panose="020B0604030504040204"/>
                <a:cs typeface="Tahoma" panose="020B0604030504040204"/>
              </a:rPr>
              <a:t>172</a:t>
            </a:r>
            <a:endParaRPr sz="2665">
              <a:latin typeface="Tahoma" panose="020B0604030504040204"/>
              <a:cs typeface="Tahoma" panose="020B0604030504040204"/>
            </a:endParaRPr>
          </a:p>
          <a:p>
            <a:pPr marL="469265" indent="-425450">
              <a:lnSpc>
                <a:spcPct val="100000"/>
              </a:lnSpc>
              <a:spcBef>
                <a:spcPts val="360"/>
              </a:spcBef>
              <a:buAutoNum type="arabicPeriod"/>
              <a:tabLst>
                <a:tab pos="469265" algn="l"/>
              </a:tabLst>
            </a:pPr>
            <a:r>
              <a:rPr sz="2665" dirty="0">
                <a:solidFill>
                  <a:srgbClr val="373737"/>
                </a:solidFill>
                <a:latin typeface="Tahoma" panose="020B0604030504040204"/>
                <a:cs typeface="Tahoma" panose="020B0604030504040204"/>
              </a:rPr>
              <a:t>Fourth</a:t>
            </a:r>
            <a:r>
              <a:rPr sz="2665" spc="-220" dirty="0">
                <a:solidFill>
                  <a:srgbClr val="373737"/>
                </a:solidFill>
                <a:latin typeface="Tahoma" panose="020B0604030504040204"/>
                <a:cs typeface="Tahoma" panose="020B0604030504040204"/>
              </a:rPr>
              <a:t> </a:t>
            </a:r>
            <a:r>
              <a:rPr sz="2665" spc="-50" dirty="0">
                <a:solidFill>
                  <a:srgbClr val="373737"/>
                </a:solidFill>
                <a:latin typeface="Tahoma" panose="020B0604030504040204"/>
                <a:cs typeface="Tahoma" panose="020B0604030504040204"/>
              </a:rPr>
              <a:t>frame</a:t>
            </a:r>
            <a:r>
              <a:rPr sz="2665" spc="-215" dirty="0">
                <a:solidFill>
                  <a:srgbClr val="373737"/>
                </a:solidFill>
                <a:latin typeface="Tahoma" panose="020B0604030504040204"/>
                <a:cs typeface="Tahoma" panose="020B0604030504040204"/>
              </a:rPr>
              <a:t> </a:t>
            </a:r>
            <a:r>
              <a:rPr sz="2665" spc="-20" dirty="0">
                <a:solidFill>
                  <a:srgbClr val="373737"/>
                </a:solidFill>
                <a:latin typeface="Tahoma" panose="020B0604030504040204"/>
                <a:cs typeface="Tahoma" panose="020B0604030504040204"/>
              </a:rPr>
              <a:t>is</a:t>
            </a:r>
            <a:r>
              <a:rPr sz="2665" spc="-220" dirty="0">
                <a:solidFill>
                  <a:srgbClr val="373737"/>
                </a:solidFill>
                <a:latin typeface="Tahoma" panose="020B0604030504040204"/>
                <a:cs typeface="Tahoma" panose="020B0604030504040204"/>
              </a:rPr>
              <a:t> </a:t>
            </a:r>
            <a:r>
              <a:rPr sz="2665" spc="-40" dirty="0">
                <a:solidFill>
                  <a:srgbClr val="373737"/>
                </a:solidFill>
                <a:latin typeface="Tahoma" panose="020B0604030504040204"/>
                <a:cs typeface="Tahoma" panose="020B0604030504040204"/>
              </a:rPr>
              <a:t>up</a:t>
            </a:r>
            <a:r>
              <a:rPr sz="2665" spc="-215"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to</a:t>
            </a:r>
            <a:r>
              <a:rPr sz="2665" spc="-220" dirty="0">
                <a:solidFill>
                  <a:srgbClr val="373737"/>
                </a:solidFill>
                <a:latin typeface="Tahoma" panose="020B0604030504040204"/>
                <a:cs typeface="Tahoma" panose="020B0604030504040204"/>
              </a:rPr>
              <a:t> </a:t>
            </a:r>
            <a:r>
              <a:rPr sz="2665" spc="-20" dirty="0">
                <a:solidFill>
                  <a:srgbClr val="373737"/>
                </a:solidFill>
                <a:latin typeface="Tahoma" panose="020B0604030504040204"/>
                <a:cs typeface="Tahoma" panose="020B0604030504040204"/>
              </a:rPr>
              <a:t>you…</a:t>
            </a:r>
            <a:endParaRPr sz="2665">
              <a:latin typeface="Tahoma" panose="020B0604030504040204"/>
              <a:cs typeface="Tahoma" panose="020B060403050404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3072553" cy="2343573"/>
          </a:xfrm>
          <a:custGeom>
            <a:avLst/>
            <a:gdLst/>
            <a:ahLst/>
            <a:cxnLst/>
            <a:rect l="l" t="t" r="r" b="b"/>
            <a:pathLst>
              <a:path w="2304415" h="1757680">
                <a:moveTo>
                  <a:pt x="490105" y="1757368"/>
                </a:moveTo>
                <a:lnTo>
                  <a:pt x="439396" y="1756723"/>
                </a:lnTo>
                <a:lnTo>
                  <a:pt x="388451" y="1754773"/>
                </a:lnTo>
                <a:lnTo>
                  <a:pt x="337356" y="1751494"/>
                </a:lnTo>
                <a:lnTo>
                  <a:pt x="286199" y="1746864"/>
                </a:lnTo>
                <a:lnTo>
                  <a:pt x="235064" y="1740860"/>
                </a:lnTo>
                <a:lnTo>
                  <a:pt x="184041" y="1733458"/>
                </a:lnTo>
                <a:lnTo>
                  <a:pt x="133214" y="1724636"/>
                </a:lnTo>
                <a:lnTo>
                  <a:pt x="82671" y="1714370"/>
                </a:lnTo>
                <a:lnTo>
                  <a:pt x="32499" y="1702638"/>
                </a:lnTo>
                <a:lnTo>
                  <a:pt x="0" y="1693994"/>
                </a:lnTo>
                <a:lnTo>
                  <a:pt x="0" y="0"/>
                </a:lnTo>
                <a:lnTo>
                  <a:pt x="2304102" y="0"/>
                </a:lnTo>
                <a:lnTo>
                  <a:pt x="2294353" y="18078"/>
                </a:lnTo>
                <a:lnTo>
                  <a:pt x="2269308" y="63197"/>
                </a:lnTo>
                <a:lnTo>
                  <a:pt x="2243831" y="108080"/>
                </a:lnTo>
                <a:lnTo>
                  <a:pt x="2218041" y="152789"/>
                </a:lnTo>
                <a:lnTo>
                  <a:pt x="2139994" y="286486"/>
                </a:lnTo>
                <a:lnTo>
                  <a:pt x="2114153" y="331114"/>
                </a:lnTo>
                <a:lnTo>
                  <a:pt x="2088599" y="375875"/>
                </a:lnTo>
                <a:lnTo>
                  <a:pt x="2063451" y="420832"/>
                </a:lnTo>
                <a:lnTo>
                  <a:pt x="2038831" y="466045"/>
                </a:lnTo>
                <a:lnTo>
                  <a:pt x="2014857" y="511576"/>
                </a:lnTo>
                <a:lnTo>
                  <a:pt x="1991651" y="557487"/>
                </a:lnTo>
                <a:lnTo>
                  <a:pt x="1969330" y="603840"/>
                </a:lnTo>
                <a:lnTo>
                  <a:pt x="1948017" y="650696"/>
                </a:lnTo>
                <a:lnTo>
                  <a:pt x="1927830" y="698116"/>
                </a:lnTo>
                <a:lnTo>
                  <a:pt x="1908890" y="746162"/>
                </a:lnTo>
                <a:lnTo>
                  <a:pt x="1889890" y="796082"/>
                </a:lnTo>
                <a:lnTo>
                  <a:pt x="1870566" y="844924"/>
                </a:lnTo>
                <a:lnTo>
                  <a:pt x="1850762" y="892731"/>
                </a:lnTo>
                <a:lnTo>
                  <a:pt x="1830322" y="939545"/>
                </a:lnTo>
                <a:lnTo>
                  <a:pt x="1809087" y="985409"/>
                </a:lnTo>
                <a:lnTo>
                  <a:pt x="1786903" y="1030367"/>
                </a:lnTo>
                <a:lnTo>
                  <a:pt x="1763611" y="1074460"/>
                </a:lnTo>
                <a:lnTo>
                  <a:pt x="1739054" y="1117731"/>
                </a:lnTo>
                <a:lnTo>
                  <a:pt x="1713077" y="1160222"/>
                </a:lnTo>
                <a:lnTo>
                  <a:pt x="1685522" y="1201977"/>
                </a:lnTo>
                <a:lnTo>
                  <a:pt x="1656232" y="1243038"/>
                </a:lnTo>
                <a:lnTo>
                  <a:pt x="1625051" y="1283448"/>
                </a:lnTo>
                <a:lnTo>
                  <a:pt x="1591821" y="1323249"/>
                </a:lnTo>
                <a:lnTo>
                  <a:pt x="1556387" y="1362483"/>
                </a:lnTo>
                <a:lnTo>
                  <a:pt x="1518590" y="1401194"/>
                </a:lnTo>
                <a:lnTo>
                  <a:pt x="1482054" y="1435240"/>
                </a:lnTo>
                <a:lnTo>
                  <a:pt x="1443946" y="1467333"/>
                </a:lnTo>
                <a:lnTo>
                  <a:pt x="1404367" y="1497510"/>
                </a:lnTo>
                <a:lnTo>
                  <a:pt x="1363420" y="1525803"/>
                </a:lnTo>
                <a:lnTo>
                  <a:pt x="1321205" y="1552248"/>
                </a:lnTo>
                <a:lnTo>
                  <a:pt x="1277825" y="1576879"/>
                </a:lnTo>
                <a:lnTo>
                  <a:pt x="1233382" y="1599729"/>
                </a:lnTo>
                <a:lnTo>
                  <a:pt x="1187976" y="1620834"/>
                </a:lnTo>
                <a:lnTo>
                  <a:pt x="1141710" y="1640227"/>
                </a:lnTo>
                <a:lnTo>
                  <a:pt x="1094686" y="1657944"/>
                </a:lnTo>
                <a:lnTo>
                  <a:pt x="1047005" y="1674017"/>
                </a:lnTo>
                <a:lnTo>
                  <a:pt x="998768" y="1688482"/>
                </a:lnTo>
                <a:lnTo>
                  <a:pt x="950079" y="1701373"/>
                </a:lnTo>
                <a:lnTo>
                  <a:pt x="901038" y="1712724"/>
                </a:lnTo>
                <a:lnTo>
                  <a:pt x="821181" y="1728718"/>
                </a:lnTo>
                <a:lnTo>
                  <a:pt x="725611" y="1743234"/>
                </a:lnTo>
                <a:lnTo>
                  <a:pt x="679548" y="1748297"/>
                </a:lnTo>
                <a:lnTo>
                  <a:pt x="632887" y="1752252"/>
                </a:lnTo>
                <a:lnTo>
                  <a:pt x="585706" y="1755088"/>
                </a:lnTo>
                <a:lnTo>
                  <a:pt x="540131" y="1756723"/>
                </a:lnTo>
                <a:lnTo>
                  <a:pt x="544246" y="1756723"/>
                </a:lnTo>
                <a:lnTo>
                  <a:pt x="490105" y="1757368"/>
                </a:lnTo>
                <a:close/>
              </a:path>
            </a:pathLst>
          </a:custGeom>
          <a:solidFill>
            <a:srgbClr val="FFE3E3"/>
          </a:solidFill>
        </p:spPr>
        <p:txBody>
          <a:bodyPr wrap="square" lIns="0" tIns="0" rIns="0" bIns="0" rtlCol="0"/>
          <a:lstStyle/>
          <a:p>
            <a:endParaRPr sz="2400"/>
          </a:p>
        </p:txBody>
      </p:sp>
      <p:sp>
        <p:nvSpPr>
          <p:cNvPr id="3" name="object 3"/>
          <p:cNvSpPr txBox="1">
            <a:spLocks noGrp="1"/>
          </p:cNvSpPr>
          <p:nvPr>
            <p:ph type="title"/>
          </p:nvPr>
        </p:nvSpPr>
        <p:spPr>
          <a:xfrm>
            <a:off x="609600" y="196692"/>
            <a:ext cx="10972800" cy="570230"/>
          </a:xfrm>
          <a:prstGeom prst="rect">
            <a:avLst/>
          </a:prstGeom>
        </p:spPr>
        <p:txBody>
          <a:bodyPr vert="horz" wrap="square" lIns="0" tIns="16933" rIns="0" bIns="0" rtlCol="0">
            <a:spAutoFit/>
          </a:bodyPr>
          <a:lstStyle/>
          <a:p>
            <a:pPr marL="12700">
              <a:lnSpc>
                <a:spcPct val="100000"/>
              </a:lnSpc>
              <a:spcBef>
                <a:spcPts val="100"/>
              </a:spcBef>
            </a:pPr>
            <a:r>
              <a:rPr spc="-200" dirty="0"/>
              <a:t>Exercise</a:t>
            </a:r>
            <a:endParaRPr spc="-200" dirty="0"/>
          </a:p>
        </p:txBody>
      </p:sp>
      <p:sp>
        <p:nvSpPr>
          <p:cNvPr id="4" name="object 4"/>
          <p:cNvSpPr txBox="1"/>
          <p:nvPr/>
        </p:nvSpPr>
        <p:spPr>
          <a:xfrm>
            <a:off x="3608733" y="1445744"/>
            <a:ext cx="7270327" cy="4276725"/>
          </a:xfrm>
          <a:prstGeom prst="rect">
            <a:avLst/>
          </a:prstGeom>
        </p:spPr>
        <p:txBody>
          <a:bodyPr vert="horz" wrap="square" lIns="0" tIns="16933" rIns="0" bIns="0" rtlCol="0">
            <a:spAutoFit/>
          </a:bodyPr>
          <a:lstStyle/>
          <a:p>
            <a:pPr marL="12700">
              <a:lnSpc>
                <a:spcPct val="100000"/>
              </a:lnSpc>
              <a:spcBef>
                <a:spcPts val="100"/>
              </a:spcBef>
            </a:pPr>
            <a:r>
              <a:rPr sz="3065" spc="-10" dirty="0">
                <a:solidFill>
                  <a:srgbClr val="373737"/>
                </a:solidFill>
                <a:latin typeface="Tahoma" panose="020B0604030504040204"/>
                <a:cs typeface="Tahoma" panose="020B0604030504040204"/>
              </a:rPr>
              <a:t>FirstFrame</a:t>
            </a:r>
            <a:endParaRPr sz="3065">
              <a:latin typeface="Tahoma" panose="020B0604030504040204"/>
              <a:cs typeface="Tahoma" panose="020B0604030504040204"/>
            </a:endParaRPr>
          </a:p>
          <a:p>
            <a:pPr>
              <a:lnSpc>
                <a:spcPct val="100000"/>
              </a:lnSpc>
              <a:spcBef>
                <a:spcPts val="820"/>
              </a:spcBef>
            </a:pPr>
            <a:endParaRPr sz="3065">
              <a:latin typeface="Tahoma" panose="020B0604030504040204"/>
              <a:cs typeface="Tahoma" panose="020B0604030504040204"/>
            </a:endParaRPr>
          </a:p>
          <a:p>
            <a:pPr marL="469265" indent="-425450">
              <a:lnSpc>
                <a:spcPct val="100000"/>
              </a:lnSpc>
              <a:buAutoNum type="arabicPeriod"/>
              <a:tabLst>
                <a:tab pos="469265" algn="l"/>
              </a:tabLst>
            </a:pPr>
            <a:r>
              <a:rPr sz="2665" dirty="0">
                <a:solidFill>
                  <a:srgbClr val="373737"/>
                </a:solidFill>
                <a:latin typeface="Tahoma" panose="020B0604030504040204"/>
                <a:cs typeface="Tahoma" panose="020B0604030504040204"/>
              </a:rPr>
              <a:t>Use</a:t>
            </a:r>
            <a:r>
              <a:rPr sz="2665" spc="-195" dirty="0">
                <a:solidFill>
                  <a:srgbClr val="373737"/>
                </a:solidFill>
                <a:latin typeface="Tahoma" panose="020B0604030504040204"/>
                <a:cs typeface="Tahoma" panose="020B0604030504040204"/>
              </a:rPr>
              <a:t> </a:t>
            </a:r>
            <a:r>
              <a:rPr sz="2665" spc="-70" dirty="0">
                <a:solidFill>
                  <a:srgbClr val="373737"/>
                </a:solidFill>
                <a:latin typeface="Tahoma" panose="020B0604030504040204"/>
                <a:cs typeface="Tahoma" panose="020B0604030504040204"/>
              </a:rPr>
              <a:t>1.png</a:t>
            </a:r>
            <a:r>
              <a:rPr sz="2665" spc="-195" dirty="0">
                <a:solidFill>
                  <a:srgbClr val="373737"/>
                </a:solidFill>
                <a:latin typeface="Tahoma" panose="020B0604030504040204"/>
                <a:cs typeface="Tahoma" panose="020B0604030504040204"/>
              </a:rPr>
              <a:t> </a:t>
            </a:r>
            <a:r>
              <a:rPr sz="2665" spc="-65" dirty="0">
                <a:solidFill>
                  <a:srgbClr val="373737"/>
                </a:solidFill>
                <a:latin typeface="Tahoma" panose="020B0604030504040204"/>
                <a:cs typeface="Tahoma" panose="020B0604030504040204"/>
              </a:rPr>
              <a:t>as</a:t>
            </a:r>
            <a:r>
              <a:rPr sz="2665" spc="-190"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background</a:t>
            </a:r>
            <a:endParaRPr sz="2665">
              <a:latin typeface="Tahoma" panose="020B0604030504040204"/>
              <a:cs typeface="Tahoma" panose="020B0604030504040204"/>
            </a:endParaRPr>
          </a:p>
          <a:p>
            <a:pPr marL="469265" indent="-425450">
              <a:lnSpc>
                <a:spcPct val="100000"/>
              </a:lnSpc>
              <a:spcBef>
                <a:spcPts val="360"/>
              </a:spcBef>
              <a:buAutoNum type="arabicPeriod"/>
              <a:tabLst>
                <a:tab pos="469265" algn="l"/>
              </a:tabLst>
            </a:pPr>
            <a:r>
              <a:rPr sz="2665" dirty="0">
                <a:solidFill>
                  <a:srgbClr val="373737"/>
                </a:solidFill>
                <a:latin typeface="Tahoma" panose="020B0604030504040204"/>
                <a:cs typeface="Tahoma" panose="020B0604030504040204"/>
              </a:rPr>
              <a:t>Add</a:t>
            </a:r>
            <a:r>
              <a:rPr sz="2665" spc="-210" dirty="0">
                <a:solidFill>
                  <a:srgbClr val="373737"/>
                </a:solidFill>
                <a:latin typeface="Tahoma" panose="020B0604030504040204"/>
                <a:cs typeface="Tahoma" panose="020B0604030504040204"/>
              </a:rPr>
              <a:t> </a:t>
            </a:r>
            <a:r>
              <a:rPr sz="2665" spc="-30" dirty="0">
                <a:solidFill>
                  <a:srgbClr val="373737"/>
                </a:solidFill>
                <a:latin typeface="Tahoma" panose="020B0604030504040204"/>
                <a:cs typeface="Tahoma" panose="020B0604030504040204"/>
              </a:rPr>
              <a:t>Label</a:t>
            </a:r>
            <a:r>
              <a:rPr sz="2665" spc="-204"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Juice</a:t>
            </a:r>
            <a:r>
              <a:rPr sz="2665" spc="-204"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World</a:t>
            </a:r>
            <a:endParaRPr sz="2665">
              <a:latin typeface="Tahoma" panose="020B0604030504040204"/>
              <a:cs typeface="Tahoma" panose="020B0604030504040204"/>
            </a:endParaRPr>
          </a:p>
          <a:p>
            <a:pPr marL="469265" indent="-425450">
              <a:lnSpc>
                <a:spcPct val="100000"/>
              </a:lnSpc>
              <a:spcBef>
                <a:spcPts val="360"/>
              </a:spcBef>
              <a:buAutoNum type="arabicPeriod"/>
              <a:tabLst>
                <a:tab pos="469265" algn="l"/>
              </a:tabLst>
            </a:pPr>
            <a:r>
              <a:rPr sz="2665" dirty="0">
                <a:solidFill>
                  <a:srgbClr val="373737"/>
                </a:solidFill>
                <a:latin typeface="Tahoma" panose="020B0604030504040204"/>
                <a:cs typeface="Tahoma" panose="020B0604030504040204"/>
              </a:rPr>
              <a:t>Add</a:t>
            </a:r>
            <a:r>
              <a:rPr sz="2665" spc="-215"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two</a:t>
            </a:r>
            <a:r>
              <a:rPr sz="2665" spc="-215"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buttons</a:t>
            </a:r>
            <a:r>
              <a:rPr sz="2665" spc="-210" dirty="0">
                <a:solidFill>
                  <a:srgbClr val="373737"/>
                </a:solidFill>
                <a:latin typeface="Tahoma" panose="020B0604030504040204"/>
                <a:cs typeface="Tahoma" panose="020B0604030504040204"/>
              </a:rPr>
              <a:t> </a:t>
            </a:r>
            <a:r>
              <a:rPr sz="2665" spc="-75" dirty="0">
                <a:solidFill>
                  <a:srgbClr val="373737"/>
                </a:solidFill>
                <a:latin typeface="Tahoma" panose="020B0604030504040204"/>
                <a:cs typeface="Tahoma" panose="020B0604030504040204"/>
              </a:rPr>
              <a:t>-</a:t>
            </a:r>
            <a:r>
              <a:rPr sz="2665" spc="-215"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Instructions</a:t>
            </a:r>
            <a:r>
              <a:rPr sz="2665" spc="-215" dirty="0">
                <a:solidFill>
                  <a:srgbClr val="373737"/>
                </a:solidFill>
                <a:latin typeface="Tahoma" panose="020B0604030504040204"/>
                <a:cs typeface="Tahoma" panose="020B0604030504040204"/>
              </a:rPr>
              <a:t> </a:t>
            </a:r>
            <a:r>
              <a:rPr sz="2665" spc="-50" dirty="0">
                <a:solidFill>
                  <a:srgbClr val="373737"/>
                </a:solidFill>
                <a:latin typeface="Tahoma" panose="020B0604030504040204"/>
                <a:cs typeface="Tahoma" panose="020B0604030504040204"/>
              </a:rPr>
              <a:t>and</a:t>
            </a:r>
            <a:r>
              <a:rPr sz="2665" spc="-210" dirty="0">
                <a:solidFill>
                  <a:srgbClr val="373737"/>
                </a:solidFill>
                <a:latin typeface="Tahoma" panose="020B0604030504040204"/>
                <a:cs typeface="Tahoma" panose="020B0604030504040204"/>
              </a:rPr>
              <a:t> </a:t>
            </a:r>
            <a:r>
              <a:rPr sz="2665" spc="70" dirty="0">
                <a:solidFill>
                  <a:srgbClr val="373737"/>
                </a:solidFill>
                <a:latin typeface="Tahoma" panose="020B0604030504040204"/>
                <a:cs typeface="Tahoma" panose="020B0604030504040204"/>
              </a:rPr>
              <a:t>Go</a:t>
            </a:r>
            <a:r>
              <a:rPr sz="2665" spc="-215"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to</a:t>
            </a:r>
            <a:r>
              <a:rPr sz="2665" spc="-210"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App</a:t>
            </a:r>
            <a:endParaRPr sz="2665">
              <a:latin typeface="Tahoma" panose="020B0604030504040204"/>
              <a:cs typeface="Tahoma" panose="020B0604030504040204"/>
            </a:endParaRPr>
          </a:p>
          <a:p>
            <a:pPr marL="469900" marR="5080" indent="-426085">
              <a:lnSpc>
                <a:spcPct val="115000"/>
              </a:lnSpc>
              <a:buAutoNum type="arabicPeriod"/>
              <a:tabLst>
                <a:tab pos="469900" algn="l"/>
              </a:tabLst>
            </a:pPr>
            <a:r>
              <a:rPr sz="2665" dirty="0">
                <a:solidFill>
                  <a:srgbClr val="373737"/>
                </a:solidFill>
                <a:latin typeface="Tahoma" panose="020B0604030504040204"/>
                <a:cs typeface="Tahoma" panose="020B0604030504040204"/>
              </a:rPr>
              <a:t>When</a:t>
            </a:r>
            <a:r>
              <a:rPr sz="2665" spc="-200"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clicks</a:t>
            </a:r>
            <a:r>
              <a:rPr sz="2665" spc="-200" dirty="0">
                <a:solidFill>
                  <a:srgbClr val="373737"/>
                </a:solidFill>
                <a:latin typeface="Tahoma" panose="020B0604030504040204"/>
                <a:cs typeface="Tahoma" panose="020B0604030504040204"/>
              </a:rPr>
              <a:t> </a:t>
            </a:r>
            <a:r>
              <a:rPr sz="2665" spc="-30" dirty="0">
                <a:solidFill>
                  <a:srgbClr val="373737"/>
                </a:solidFill>
                <a:latin typeface="Tahoma" panose="020B0604030504040204"/>
                <a:cs typeface="Tahoma" panose="020B0604030504040204"/>
              </a:rPr>
              <a:t>on</a:t>
            </a:r>
            <a:r>
              <a:rPr sz="2665" spc="-200"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Instructions</a:t>
            </a:r>
            <a:r>
              <a:rPr sz="2665" spc="-200" dirty="0">
                <a:solidFill>
                  <a:srgbClr val="373737"/>
                </a:solidFill>
                <a:latin typeface="Tahoma" panose="020B0604030504040204"/>
                <a:cs typeface="Tahoma" panose="020B0604030504040204"/>
              </a:rPr>
              <a:t> </a:t>
            </a:r>
            <a:r>
              <a:rPr sz="2665" spc="-40" dirty="0">
                <a:solidFill>
                  <a:srgbClr val="373737"/>
                </a:solidFill>
                <a:latin typeface="Tahoma" panose="020B0604030504040204"/>
                <a:cs typeface="Tahoma" panose="020B0604030504040204"/>
              </a:rPr>
              <a:t>open</a:t>
            </a:r>
            <a:r>
              <a:rPr sz="2665" spc="-200" dirty="0">
                <a:solidFill>
                  <a:srgbClr val="373737"/>
                </a:solidFill>
                <a:latin typeface="Tahoma" panose="020B0604030504040204"/>
                <a:cs typeface="Tahoma" panose="020B0604030504040204"/>
              </a:rPr>
              <a:t> </a:t>
            </a:r>
            <a:r>
              <a:rPr sz="2665" spc="-55" dirty="0">
                <a:solidFill>
                  <a:srgbClr val="373737"/>
                </a:solidFill>
                <a:latin typeface="Tahoma" panose="020B0604030504040204"/>
                <a:cs typeface="Tahoma" panose="020B0604030504040204"/>
              </a:rPr>
              <a:t>message</a:t>
            </a:r>
            <a:r>
              <a:rPr sz="2665" spc="-200"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box </a:t>
            </a:r>
            <a:r>
              <a:rPr sz="2665" spc="-50" dirty="0">
                <a:solidFill>
                  <a:srgbClr val="373737"/>
                </a:solidFill>
                <a:latin typeface="Tahoma" panose="020B0604030504040204"/>
                <a:cs typeface="Tahoma" panose="020B0604030504040204"/>
              </a:rPr>
              <a:t>guiding</a:t>
            </a:r>
            <a:r>
              <a:rPr sz="2665" spc="-215"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user</a:t>
            </a:r>
            <a:r>
              <a:rPr sz="2665" spc="-210"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to</a:t>
            </a:r>
            <a:r>
              <a:rPr sz="2665" spc="-215" dirty="0">
                <a:solidFill>
                  <a:srgbClr val="373737"/>
                </a:solidFill>
                <a:latin typeface="Tahoma" panose="020B0604030504040204"/>
                <a:cs typeface="Tahoma" panose="020B0604030504040204"/>
              </a:rPr>
              <a:t> </a:t>
            </a:r>
            <a:r>
              <a:rPr sz="2665" spc="-40" dirty="0">
                <a:solidFill>
                  <a:srgbClr val="373737"/>
                </a:solidFill>
                <a:latin typeface="Tahoma" panose="020B0604030504040204"/>
                <a:cs typeface="Tahoma" panose="020B0604030504040204"/>
              </a:rPr>
              <a:t>use</a:t>
            </a:r>
            <a:r>
              <a:rPr sz="2665" spc="-210"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app</a:t>
            </a:r>
            <a:endParaRPr sz="2665">
              <a:latin typeface="Tahoma" panose="020B0604030504040204"/>
              <a:cs typeface="Tahoma" panose="020B0604030504040204"/>
            </a:endParaRPr>
          </a:p>
          <a:p>
            <a:pPr marL="469900" marR="17145" indent="-426085">
              <a:lnSpc>
                <a:spcPct val="115000"/>
              </a:lnSpc>
              <a:buAutoNum type="arabicPeriod"/>
              <a:tabLst>
                <a:tab pos="469900" algn="l"/>
              </a:tabLst>
            </a:pPr>
            <a:r>
              <a:rPr sz="2665" dirty="0">
                <a:solidFill>
                  <a:srgbClr val="373737"/>
                </a:solidFill>
                <a:latin typeface="Tahoma" panose="020B0604030504040204"/>
                <a:cs typeface="Tahoma" panose="020B0604030504040204"/>
              </a:rPr>
              <a:t>When</a:t>
            </a:r>
            <a:r>
              <a:rPr sz="2665" spc="-220"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user</a:t>
            </a:r>
            <a:r>
              <a:rPr sz="2665" spc="-220" dirty="0">
                <a:solidFill>
                  <a:srgbClr val="373737"/>
                </a:solidFill>
                <a:latin typeface="Tahoma" panose="020B0604030504040204"/>
                <a:cs typeface="Tahoma" panose="020B0604030504040204"/>
              </a:rPr>
              <a:t> </a:t>
            </a:r>
            <a:r>
              <a:rPr sz="2665" spc="-25" dirty="0">
                <a:solidFill>
                  <a:srgbClr val="373737"/>
                </a:solidFill>
                <a:latin typeface="Tahoma" panose="020B0604030504040204"/>
                <a:cs typeface="Tahoma" panose="020B0604030504040204"/>
              </a:rPr>
              <a:t>clicks</a:t>
            </a:r>
            <a:r>
              <a:rPr sz="2665" spc="-220" dirty="0">
                <a:solidFill>
                  <a:srgbClr val="373737"/>
                </a:solidFill>
                <a:latin typeface="Tahoma" panose="020B0604030504040204"/>
                <a:cs typeface="Tahoma" panose="020B0604030504040204"/>
              </a:rPr>
              <a:t> </a:t>
            </a:r>
            <a:r>
              <a:rPr sz="2665" spc="-30" dirty="0">
                <a:solidFill>
                  <a:srgbClr val="373737"/>
                </a:solidFill>
                <a:latin typeface="Tahoma" panose="020B0604030504040204"/>
                <a:cs typeface="Tahoma" panose="020B0604030504040204"/>
              </a:rPr>
              <a:t>on</a:t>
            </a:r>
            <a:r>
              <a:rPr sz="2665" spc="-220" dirty="0">
                <a:solidFill>
                  <a:srgbClr val="373737"/>
                </a:solidFill>
                <a:latin typeface="Tahoma" panose="020B0604030504040204"/>
                <a:cs typeface="Tahoma" panose="020B0604030504040204"/>
              </a:rPr>
              <a:t> </a:t>
            </a:r>
            <a:r>
              <a:rPr sz="2665" spc="70" dirty="0">
                <a:solidFill>
                  <a:srgbClr val="373737"/>
                </a:solidFill>
                <a:latin typeface="Tahoma" panose="020B0604030504040204"/>
                <a:cs typeface="Tahoma" panose="020B0604030504040204"/>
              </a:rPr>
              <a:t>Go</a:t>
            </a:r>
            <a:r>
              <a:rPr sz="2665" spc="-215"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to</a:t>
            </a:r>
            <a:r>
              <a:rPr sz="2665" spc="-220"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App</a:t>
            </a:r>
            <a:r>
              <a:rPr sz="2665" spc="-220"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button</a:t>
            </a:r>
            <a:r>
              <a:rPr sz="2665" spc="-220" dirty="0">
                <a:solidFill>
                  <a:srgbClr val="373737"/>
                </a:solidFill>
                <a:latin typeface="Tahoma" panose="020B0604030504040204"/>
                <a:cs typeface="Tahoma" panose="020B0604030504040204"/>
              </a:rPr>
              <a:t> </a:t>
            </a:r>
            <a:r>
              <a:rPr sz="2665" dirty="0">
                <a:solidFill>
                  <a:srgbClr val="373737"/>
                </a:solidFill>
                <a:latin typeface="Tahoma" panose="020B0604030504040204"/>
                <a:cs typeface="Tahoma" panose="020B0604030504040204"/>
              </a:rPr>
              <a:t>it</a:t>
            </a:r>
            <a:r>
              <a:rPr sz="2665" spc="-220"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opens </a:t>
            </a:r>
            <a:r>
              <a:rPr sz="2665" spc="-30" dirty="0">
                <a:solidFill>
                  <a:srgbClr val="373737"/>
                </a:solidFill>
                <a:latin typeface="Tahoma" panose="020B0604030504040204"/>
                <a:cs typeface="Tahoma" panose="020B0604030504040204"/>
              </a:rPr>
              <a:t>second</a:t>
            </a:r>
            <a:r>
              <a:rPr sz="2665" spc="-185" dirty="0">
                <a:solidFill>
                  <a:srgbClr val="373737"/>
                </a:solidFill>
                <a:latin typeface="Tahoma" panose="020B0604030504040204"/>
                <a:cs typeface="Tahoma" panose="020B0604030504040204"/>
              </a:rPr>
              <a:t> </a:t>
            </a:r>
            <a:r>
              <a:rPr sz="2665" spc="-20" dirty="0">
                <a:solidFill>
                  <a:srgbClr val="373737"/>
                </a:solidFill>
                <a:latin typeface="Tahoma" panose="020B0604030504040204"/>
                <a:cs typeface="Tahoma" panose="020B0604030504040204"/>
              </a:rPr>
              <a:t>frame</a:t>
            </a:r>
            <a:endParaRPr sz="2665">
              <a:latin typeface="Tahoma" panose="020B0604030504040204"/>
              <a:cs typeface="Tahoma" panose="020B0604030504040204"/>
            </a:endParaRPr>
          </a:p>
        </p:txBody>
      </p:sp>
      <p:grpSp>
        <p:nvGrpSpPr>
          <p:cNvPr id="5" name="object 5"/>
          <p:cNvGrpSpPr/>
          <p:nvPr/>
        </p:nvGrpSpPr>
        <p:grpSpPr>
          <a:xfrm>
            <a:off x="167667" y="1723901"/>
            <a:ext cx="2677160" cy="4461933"/>
            <a:chOff x="125750" y="1292926"/>
            <a:chExt cx="2007870" cy="3346450"/>
          </a:xfrm>
        </p:grpSpPr>
        <p:pic>
          <p:nvPicPr>
            <p:cNvPr id="6" name="object 6"/>
            <p:cNvPicPr/>
            <p:nvPr/>
          </p:nvPicPr>
          <p:blipFill>
            <a:blip r:embed="rId1" cstate="print"/>
            <a:stretch>
              <a:fillRect/>
            </a:stretch>
          </p:blipFill>
          <p:spPr>
            <a:xfrm>
              <a:off x="125750" y="1292926"/>
              <a:ext cx="2007599" cy="3345999"/>
            </a:xfrm>
            <a:prstGeom prst="rect">
              <a:avLst/>
            </a:prstGeom>
          </p:spPr>
        </p:pic>
        <p:pic>
          <p:nvPicPr>
            <p:cNvPr id="7" name="object 7"/>
            <p:cNvPicPr/>
            <p:nvPr/>
          </p:nvPicPr>
          <p:blipFill>
            <a:blip r:embed="rId2" cstate="print"/>
            <a:stretch>
              <a:fillRect/>
            </a:stretch>
          </p:blipFill>
          <p:spPr>
            <a:xfrm>
              <a:off x="343023" y="3083948"/>
              <a:ext cx="1657649" cy="665624"/>
            </a:xfrm>
            <a:prstGeom prst="rect">
              <a:avLst/>
            </a:prstGeom>
          </p:spPr>
        </p:pic>
      </p:grpSp>
      <p:grpSp>
        <p:nvGrpSpPr>
          <p:cNvPr id="8" name="object 8"/>
          <p:cNvGrpSpPr/>
          <p:nvPr/>
        </p:nvGrpSpPr>
        <p:grpSpPr>
          <a:xfrm>
            <a:off x="8231433" y="0"/>
            <a:ext cx="3960707" cy="2128520"/>
            <a:chOff x="6173575" y="0"/>
            <a:chExt cx="2970530" cy="1596390"/>
          </a:xfrm>
        </p:grpSpPr>
        <p:sp>
          <p:nvSpPr>
            <p:cNvPr id="9" name="object 9"/>
            <p:cNvSpPr/>
            <p:nvPr/>
          </p:nvSpPr>
          <p:spPr>
            <a:xfrm>
              <a:off x="6173575" y="0"/>
              <a:ext cx="2970530" cy="1532890"/>
            </a:xfrm>
            <a:custGeom>
              <a:avLst/>
              <a:gdLst/>
              <a:ahLst/>
              <a:cxnLst/>
              <a:rect l="l" t="t" r="r" b="b"/>
              <a:pathLst>
                <a:path w="2970529" h="1532890">
                  <a:moveTo>
                    <a:pt x="1407658" y="1532481"/>
                  </a:moveTo>
                  <a:lnTo>
                    <a:pt x="1354220" y="1532144"/>
                  </a:lnTo>
                  <a:lnTo>
                    <a:pt x="1300540" y="1531122"/>
                  </a:lnTo>
                  <a:lnTo>
                    <a:pt x="1246702" y="1529407"/>
                  </a:lnTo>
                  <a:lnTo>
                    <a:pt x="1192788" y="1526985"/>
                  </a:lnTo>
                  <a:lnTo>
                    <a:pt x="1138882" y="1523845"/>
                  </a:lnTo>
                  <a:lnTo>
                    <a:pt x="1085065" y="1519976"/>
                  </a:lnTo>
                  <a:lnTo>
                    <a:pt x="1031422" y="1515366"/>
                  </a:lnTo>
                  <a:lnTo>
                    <a:pt x="978034" y="1510004"/>
                  </a:lnTo>
                  <a:lnTo>
                    <a:pt x="924985" y="1503878"/>
                  </a:lnTo>
                  <a:lnTo>
                    <a:pt x="872357" y="1496977"/>
                  </a:lnTo>
                  <a:lnTo>
                    <a:pt x="820235" y="1489290"/>
                  </a:lnTo>
                  <a:lnTo>
                    <a:pt x="768699" y="1480804"/>
                  </a:lnTo>
                  <a:lnTo>
                    <a:pt x="717834" y="1471509"/>
                  </a:lnTo>
                  <a:lnTo>
                    <a:pt x="667722" y="1461392"/>
                  </a:lnTo>
                  <a:lnTo>
                    <a:pt x="618446" y="1450443"/>
                  </a:lnTo>
                  <a:lnTo>
                    <a:pt x="570090" y="1438650"/>
                  </a:lnTo>
                  <a:lnTo>
                    <a:pt x="522735" y="1426001"/>
                  </a:lnTo>
                  <a:lnTo>
                    <a:pt x="476464" y="1412485"/>
                  </a:lnTo>
                  <a:lnTo>
                    <a:pt x="431362" y="1398090"/>
                  </a:lnTo>
                  <a:lnTo>
                    <a:pt x="387510" y="1382806"/>
                  </a:lnTo>
                  <a:lnTo>
                    <a:pt x="344991" y="1366619"/>
                  </a:lnTo>
                  <a:lnTo>
                    <a:pt x="290224" y="1341827"/>
                  </a:lnTo>
                  <a:lnTo>
                    <a:pt x="240372" y="1314111"/>
                  </a:lnTo>
                  <a:lnTo>
                    <a:pt x="195370" y="1283762"/>
                  </a:lnTo>
                  <a:lnTo>
                    <a:pt x="155154" y="1251072"/>
                  </a:lnTo>
                  <a:lnTo>
                    <a:pt x="119661" y="1216332"/>
                  </a:lnTo>
                  <a:lnTo>
                    <a:pt x="88826" y="1179835"/>
                  </a:lnTo>
                  <a:lnTo>
                    <a:pt x="62586" y="1141871"/>
                  </a:lnTo>
                  <a:lnTo>
                    <a:pt x="40877" y="1102731"/>
                  </a:lnTo>
                  <a:lnTo>
                    <a:pt x="23634" y="1062709"/>
                  </a:lnTo>
                  <a:lnTo>
                    <a:pt x="9275" y="1012793"/>
                  </a:lnTo>
                  <a:lnTo>
                    <a:pt x="1438" y="962705"/>
                  </a:lnTo>
                  <a:lnTo>
                    <a:pt x="0" y="912961"/>
                  </a:lnTo>
                  <a:lnTo>
                    <a:pt x="4837" y="864080"/>
                  </a:lnTo>
                  <a:lnTo>
                    <a:pt x="15828" y="816577"/>
                  </a:lnTo>
                  <a:lnTo>
                    <a:pt x="32850" y="770970"/>
                  </a:lnTo>
                  <a:lnTo>
                    <a:pt x="55781" y="727776"/>
                  </a:lnTo>
                  <a:lnTo>
                    <a:pt x="77055" y="695003"/>
                  </a:lnTo>
                  <a:lnTo>
                    <a:pt x="101499" y="662917"/>
                  </a:lnTo>
                  <a:lnTo>
                    <a:pt x="128987" y="631553"/>
                  </a:lnTo>
                  <a:lnTo>
                    <a:pt x="159389" y="600944"/>
                  </a:lnTo>
                  <a:lnTo>
                    <a:pt x="192579" y="571127"/>
                  </a:lnTo>
                  <a:lnTo>
                    <a:pt x="228426" y="542135"/>
                  </a:lnTo>
                  <a:lnTo>
                    <a:pt x="266805" y="514003"/>
                  </a:lnTo>
                  <a:lnTo>
                    <a:pt x="307586" y="486766"/>
                  </a:lnTo>
                  <a:lnTo>
                    <a:pt x="350641" y="460459"/>
                  </a:lnTo>
                  <a:lnTo>
                    <a:pt x="395843" y="435115"/>
                  </a:lnTo>
                  <a:lnTo>
                    <a:pt x="443063" y="410771"/>
                  </a:lnTo>
                  <a:lnTo>
                    <a:pt x="492174" y="387459"/>
                  </a:lnTo>
                  <a:lnTo>
                    <a:pt x="543047" y="365216"/>
                  </a:lnTo>
                  <a:lnTo>
                    <a:pt x="595554" y="344076"/>
                  </a:lnTo>
                  <a:lnTo>
                    <a:pt x="649568" y="324073"/>
                  </a:lnTo>
                  <a:lnTo>
                    <a:pt x="704959" y="305242"/>
                  </a:lnTo>
                  <a:lnTo>
                    <a:pt x="761601" y="287617"/>
                  </a:lnTo>
                  <a:lnTo>
                    <a:pt x="808495" y="274275"/>
                  </a:lnTo>
                  <a:lnTo>
                    <a:pt x="856004" y="261943"/>
                  </a:lnTo>
                  <a:lnTo>
                    <a:pt x="904054" y="250506"/>
                  </a:lnTo>
                  <a:lnTo>
                    <a:pt x="952571" y="239851"/>
                  </a:lnTo>
                  <a:lnTo>
                    <a:pt x="1001481" y="229865"/>
                  </a:lnTo>
                  <a:lnTo>
                    <a:pt x="1050708" y="220433"/>
                  </a:lnTo>
                  <a:lnTo>
                    <a:pt x="1447047" y="151267"/>
                  </a:lnTo>
                  <a:lnTo>
                    <a:pt x="1495788" y="141700"/>
                  </a:lnTo>
                  <a:lnTo>
                    <a:pt x="1544103" y="131548"/>
                  </a:lnTo>
                  <a:lnTo>
                    <a:pt x="1591918" y="120698"/>
                  </a:lnTo>
                  <a:lnTo>
                    <a:pt x="1639157" y="109035"/>
                  </a:lnTo>
                  <a:lnTo>
                    <a:pt x="1685748" y="96447"/>
                  </a:lnTo>
                  <a:lnTo>
                    <a:pt x="1731615" y="82818"/>
                  </a:lnTo>
                  <a:lnTo>
                    <a:pt x="1776684" y="68036"/>
                  </a:lnTo>
                  <a:lnTo>
                    <a:pt x="1820881" y="51987"/>
                  </a:lnTo>
                  <a:lnTo>
                    <a:pt x="1864131" y="34555"/>
                  </a:lnTo>
                  <a:lnTo>
                    <a:pt x="1906359" y="15629"/>
                  </a:lnTo>
                  <a:lnTo>
                    <a:pt x="1938205" y="0"/>
                  </a:lnTo>
                  <a:lnTo>
                    <a:pt x="2970424" y="0"/>
                  </a:lnTo>
                  <a:lnTo>
                    <a:pt x="2970424" y="958438"/>
                  </a:lnTo>
                  <a:lnTo>
                    <a:pt x="2951432" y="984361"/>
                  </a:lnTo>
                  <a:lnTo>
                    <a:pt x="2924473" y="1019341"/>
                  </a:lnTo>
                  <a:lnTo>
                    <a:pt x="2896548" y="1053407"/>
                  </a:lnTo>
                  <a:lnTo>
                    <a:pt x="2867318" y="1086605"/>
                  </a:lnTo>
                  <a:lnTo>
                    <a:pt x="2836445" y="1118985"/>
                  </a:lnTo>
                  <a:lnTo>
                    <a:pt x="2803589" y="1150594"/>
                  </a:lnTo>
                  <a:lnTo>
                    <a:pt x="2768411" y="1181480"/>
                  </a:lnTo>
                  <a:lnTo>
                    <a:pt x="2730573" y="1211693"/>
                  </a:lnTo>
                  <a:lnTo>
                    <a:pt x="2689736" y="1241278"/>
                  </a:lnTo>
                  <a:lnTo>
                    <a:pt x="2645560" y="1270286"/>
                  </a:lnTo>
                  <a:lnTo>
                    <a:pt x="2597707" y="1298763"/>
                  </a:lnTo>
                  <a:lnTo>
                    <a:pt x="2545837" y="1326759"/>
                  </a:lnTo>
                  <a:lnTo>
                    <a:pt x="2505404" y="1346423"/>
                  </a:lnTo>
                  <a:lnTo>
                    <a:pt x="2463232" y="1364960"/>
                  </a:lnTo>
                  <a:lnTo>
                    <a:pt x="2419432" y="1382390"/>
                  </a:lnTo>
                  <a:lnTo>
                    <a:pt x="2374117" y="1398732"/>
                  </a:lnTo>
                  <a:lnTo>
                    <a:pt x="2327400" y="1414006"/>
                  </a:lnTo>
                  <a:lnTo>
                    <a:pt x="2279393" y="1428232"/>
                  </a:lnTo>
                  <a:lnTo>
                    <a:pt x="2230210" y="1441430"/>
                  </a:lnTo>
                  <a:lnTo>
                    <a:pt x="2179961" y="1453620"/>
                  </a:lnTo>
                  <a:lnTo>
                    <a:pt x="2128761" y="1464822"/>
                  </a:lnTo>
                  <a:lnTo>
                    <a:pt x="2076721" y="1475055"/>
                  </a:lnTo>
                  <a:lnTo>
                    <a:pt x="2023955" y="1484338"/>
                  </a:lnTo>
                  <a:lnTo>
                    <a:pt x="1970574" y="1492693"/>
                  </a:lnTo>
                  <a:lnTo>
                    <a:pt x="1916691" y="1500139"/>
                  </a:lnTo>
                  <a:lnTo>
                    <a:pt x="1862420" y="1506695"/>
                  </a:lnTo>
                  <a:lnTo>
                    <a:pt x="1774046" y="1515933"/>
                  </a:lnTo>
                  <a:lnTo>
                    <a:pt x="1668282" y="1524318"/>
                  </a:lnTo>
                  <a:lnTo>
                    <a:pt x="1617307" y="1527242"/>
                  </a:lnTo>
                  <a:lnTo>
                    <a:pt x="1568371" y="1529407"/>
                  </a:lnTo>
                  <a:lnTo>
                    <a:pt x="1569479" y="1529407"/>
                  </a:lnTo>
                  <a:lnTo>
                    <a:pt x="1514790" y="1531122"/>
                  </a:lnTo>
                  <a:lnTo>
                    <a:pt x="1515691" y="1531122"/>
                  </a:lnTo>
                  <a:lnTo>
                    <a:pt x="1461165" y="1532144"/>
                  </a:lnTo>
                  <a:lnTo>
                    <a:pt x="1461986" y="1532144"/>
                  </a:lnTo>
                  <a:lnTo>
                    <a:pt x="1407658" y="1532481"/>
                  </a:lnTo>
                  <a:close/>
                </a:path>
              </a:pathLst>
            </a:custGeom>
            <a:solidFill>
              <a:srgbClr val="FFE3E3"/>
            </a:solidFill>
          </p:spPr>
          <p:txBody>
            <a:bodyPr wrap="square" lIns="0" tIns="0" rIns="0" bIns="0" rtlCol="0"/>
            <a:lstStyle/>
            <a:p>
              <a:endParaRPr sz="2400"/>
            </a:p>
          </p:txBody>
        </p:sp>
        <p:sp>
          <p:nvSpPr>
            <p:cNvPr id="10" name="object 10"/>
            <p:cNvSpPr/>
            <p:nvPr/>
          </p:nvSpPr>
          <p:spPr>
            <a:xfrm>
              <a:off x="6397150" y="398955"/>
              <a:ext cx="2535555" cy="1134110"/>
            </a:xfrm>
            <a:custGeom>
              <a:avLst/>
              <a:gdLst/>
              <a:ahLst/>
              <a:cxnLst/>
              <a:rect l="l" t="t" r="r" b="b"/>
              <a:pathLst>
                <a:path w="2535554" h="1134110">
                  <a:moveTo>
                    <a:pt x="2535485" y="1133567"/>
                  </a:moveTo>
                  <a:lnTo>
                    <a:pt x="0" y="1133567"/>
                  </a:lnTo>
                  <a:lnTo>
                    <a:pt x="0" y="0"/>
                  </a:lnTo>
                  <a:lnTo>
                    <a:pt x="2346554" y="0"/>
                  </a:lnTo>
                  <a:lnTo>
                    <a:pt x="2383584" y="3663"/>
                  </a:lnTo>
                  <a:lnTo>
                    <a:pt x="2451373" y="31742"/>
                  </a:lnTo>
                  <a:lnTo>
                    <a:pt x="2503742" y="84112"/>
                  </a:lnTo>
                  <a:lnTo>
                    <a:pt x="2531821" y="151900"/>
                  </a:lnTo>
                  <a:lnTo>
                    <a:pt x="2535485" y="188931"/>
                  </a:lnTo>
                  <a:lnTo>
                    <a:pt x="2535485" y="1133567"/>
                  </a:lnTo>
                  <a:close/>
                </a:path>
              </a:pathLst>
            </a:custGeom>
            <a:solidFill>
              <a:srgbClr val="F9F9F9"/>
            </a:solidFill>
          </p:spPr>
          <p:txBody>
            <a:bodyPr wrap="square" lIns="0" tIns="0" rIns="0" bIns="0" rtlCol="0"/>
            <a:lstStyle/>
            <a:p>
              <a:endParaRPr sz="2400"/>
            </a:p>
          </p:txBody>
        </p:sp>
        <p:sp>
          <p:nvSpPr>
            <p:cNvPr id="11" name="object 11"/>
            <p:cNvSpPr/>
            <p:nvPr/>
          </p:nvSpPr>
          <p:spPr>
            <a:xfrm>
              <a:off x="6397150" y="398955"/>
              <a:ext cx="2535555" cy="1134110"/>
            </a:xfrm>
            <a:custGeom>
              <a:avLst/>
              <a:gdLst/>
              <a:ahLst/>
              <a:cxnLst/>
              <a:rect l="l" t="t" r="r" b="b"/>
              <a:pathLst>
                <a:path w="2535554" h="1134110">
                  <a:moveTo>
                    <a:pt x="0" y="0"/>
                  </a:moveTo>
                  <a:lnTo>
                    <a:pt x="2346554" y="0"/>
                  </a:lnTo>
                  <a:lnTo>
                    <a:pt x="2383584" y="3663"/>
                  </a:lnTo>
                  <a:lnTo>
                    <a:pt x="2451373" y="31742"/>
                  </a:lnTo>
                  <a:lnTo>
                    <a:pt x="2503742" y="84112"/>
                  </a:lnTo>
                  <a:lnTo>
                    <a:pt x="2531821" y="151900"/>
                  </a:lnTo>
                  <a:lnTo>
                    <a:pt x="2535485" y="188931"/>
                  </a:lnTo>
                  <a:lnTo>
                    <a:pt x="2535485" y="1133567"/>
                  </a:lnTo>
                  <a:lnTo>
                    <a:pt x="0" y="1133567"/>
                  </a:lnTo>
                  <a:lnTo>
                    <a:pt x="0" y="0"/>
                  </a:lnTo>
                  <a:close/>
                </a:path>
              </a:pathLst>
            </a:custGeom>
            <a:ln w="9524">
              <a:solidFill>
                <a:srgbClr val="E95855"/>
              </a:solidFill>
            </a:ln>
          </p:spPr>
          <p:txBody>
            <a:bodyPr wrap="square" lIns="0" tIns="0" rIns="0" bIns="0" rtlCol="0"/>
            <a:lstStyle/>
            <a:p>
              <a:endParaRPr sz="2400"/>
            </a:p>
          </p:txBody>
        </p:sp>
        <p:sp>
          <p:nvSpPr>
            <p:cNvPr id="12" name="object 12"/>
            <p:cNvSpPr/>
            <p:nvPr/>
          </p:nvSpPr>
          <p:spPr>
            <a:xfrm>
              <a:off x="6483566" y="457692"/>
              <a:ext cx="2535555" cy="1134110"/>
            </a:xfrm>
            <a:custGeom>
              <a:avLst/>
              <a:gdLst/>
              <a:ahLst/>
              <a:cxnLst/>
              <a:rect l="l" t="t" r="r" b="b"/>
              <a:pathLst>
                <a:path w="2535554" h="1134110">
                  <a:moveTo>
                    <a:pt x="2535485" y="1133567"/>
                  </a:moveTo>
                  <a:lnTo>
                    <a:pt x="0" y="1133567"/>
                  </a:lnTo>
                  <a:lnTo>
                    <a:pt x="0" y="0"/>
                  </a:lnTo>
                  <a:lnTo>
                    <a:pt x="2346553" y="0"/>
                  </a:lnTo>
                  <a:lnTo>
                    <a:pt x="2383584" y="3663"/>
                  </a:lnTo>
                  <a:lnTo>
                    <a:pt x="2451373" y="31742"/>
                  </a:lnTo>
                  <a:lnTo>
                    <a:pt x="2503742" y="84112"/>
                  </a:lnTo>
                  <a:lnTo>
                    <a:pt x="2531821" y="151900"/>
                  </a:lnTo>
                  <a:lnTo>
                    <a:pt x="2535485" y="188931"/>
                  </a:lnTo>
                  <a:lnTo>
                    <a:pt x="2535485" y="1133567"/>
                  </a:lnTo>
                  <a:close/>
                </a:path>
              </a:pathLst>
            </a:custGeom>
            <a:solidFill>
              <a:srgbClr val="FFFFFF"/>
            </a:solidFill>
          </p:spPr>
          <p:txBody>
            <a:bodyPr wrap="square" lIns="0" tIns="0" rIns="0" bIns="0" rtlCol="0"/>
            <a:lstStyle/>
            <a:p>
              <a:endParaRPr sz="2400"/>
            </a:p>
          </p:txBody>
        </p:sp>
        <p:sp>
          <p:nvSpPr>
            <p:cNvPr id="13" name="object 13"/>
            <p:cNvSpPr/>
            <p:nvPr/>
          </p:nvSpPr>
          <p:spPr>
            <a:xfrm>
              <a:off x="6483566" y="457692"/>
              <a:ext cx="2535555" cy="1134110"/>
            </a:xfrm>
            <a:custGeom>
              <a:avLst/>
              <a:gdLst/>
              <a:ahLst/>
              <a:cxnLst/>
              <a:rect l="l" t="t" r="r" b="b"/>
              <a:pathLst>
                <a:path w="2535554" h="1134110">
                  <a:moveTo>
                    <a:pt x="0" y="0"/>
                  </a:moveTo>
                  <a:lnTo>
                    <a:pt x="2346553" y="0"/>
                  </a:lnTo>
                  <a:lnTo>
                    <a:pt x="2383584" y="3663"/>
                  </a:lnTo>
                  <a:lnTo>
                    <a:pt x="2451373" y="31742"/>
                  </a:lnTo>
                  <a:lnTo>
                    <a:pt x="2503742" y="84112"/>
                  </a:lnTo>
                  <a:lnTo>
                    <a:pt x="2531821" y="151900"/>
                  </a:lnTo>
                  <a:lnTo>
                    <a:pt x="2535485" y="188931"/>
                  </a:lnTo>
                  <a:lnTo>
                    <a:pt x="2535485" y="1133567"/>
                  </a:lnTo>
                  <a:lnTo>
                    <a:pt x="0" y="1133567"/>
                  </a:lnTo>
                  <a:lnTo>
                    <a:pt x="0" y="0"/>
                  </a:lnTo>
                  <a:close/>
                </a:path>
              </a:pathLst>
            </a:custGeom>
            <a:ln w="9524">
              <a:solidFill>
                <a:srgbClr val="E95855"/>
              </a:solidFill>
            </a:ln>
          </p:spPr>
          <p:txBody>
            <a:bodyPr wrap="square" lIns="0" tIns="0" rIns="0" bIns="0" rtlCol="0"/>
            <a:lstStyle/>
            <a:p>
              <a:endParaRPr sz="2400"/>
            </a:p>
          </p:txBody>
        </p:sp>
      </p:grpSp>
      <p:sp>
        <p:nvSpPr>
          <p:cNvPr id="14" name="object 14"/>
          <p:cNvSpPr txBox="1"/>
          <p:nvPr/>
        </p:nvSpPr>
        <p:spPr>
          <a:xfrm>
            <a:off x="8742121" y="914187"/>
            <a:ext cx="1806787" cy="755015"/>
          </a:xfrm>
          <a:prstGeom prst="rect">
            <a:avLst/>
          </a:prstGeom>
        </p:spPr>
        <p:txBody>
          <a:bodyPr vert="horz" wrap="square" lIns="0" tIns="16933" rIns="0" bIns="0" rtlCol="0">
            <a:spAutoFit/>
          </a:bodyPr>
          <a:lstStyle/>
          <a:p>
            <a:pPr marL="12700" marR="5080">
              <a:lnSpc>
                <a:spcPct val="150000"/>
              </a:lnSpc>
              <a:spcBef>
                <a:spcPts val="100"/>
              </a:spcBef>
            </a:pPr>
            <a:r>
              <a:rPr sz="1600" dirty="0">
                <a:solidFill>
                  <a:srgbClr val="0D66EB"/>
                </a:solidFill>
                <a:latin typeface="Verdana" panose="020B0604030504040204"/>
                <a:cs typeface="Verdana" panose="020B0604030504040204"/>
              </a:rPr>
              <a:t>Click</a:t>
            </a:r>
            <a:r>
              <a:rPr sz="1600" spc="-80" dirty="0">
                <a:solidFill>
                  <a:srgbClr val="0D66EB"/>
                </a:solidFill>
                <a:latin typeface="Verdana" panose="020B0604030504040204"/>
                <a:cs typeface="Verdana" panose="020B0604030504040204"/>
              </a:rPr>
              <a:t> </a:t>
            </a:r>
            <a:r>
              <a:rPr sz="1600" dirty="0">
                <a:solidFill>
                  <a:srgbClr val="0D66EB"/>
                </a:solidFill>
                <a:latin typeface="Verdana" panose="020B0604030504040204"/>
                <a:cs typeface="Verdana" panose="020B0604030504040204"/>
              </a:rPr>
              <a:t>Here</a:t>
            </a:r>
            <a:r>
              <a:rPr sz="1600" spc="-75" dirty="0">
                <a:solidFill>
                  <a:srgbClr val="0D66EB"/>
                </a:solidFill>
                <a:latin typeface="Verdana" panose="020B0604030504040204"/>
                <a:cs typeface="Verdana" panose="020B0604030504040204"/>
              </a:rPr>
              <a:t> </a:t>
            </a:r>
            <a:r>
              <a:rPr sz="1600" dirty="0">
                <a:solidFill>
                  <a:srgbClr val="0D66EB"/>
                </a:solidFill>
                <a:latin typeface="Verdana" panose="020B0604030504040204"/>
                <a:cs typeface="Verdana" panose="020B0604030504040204"/>
              </a:rPr>
              <a:t>For</a:t>
            </a:r>
            <a:r>
              <a:rPr sz="1600" spc="-80" dirty="0">
                <a:solidFill>
                  <a:srgbClr val="0D66EB"/>
                </a:solidFill>
                <a:latin typeface="Verdana" panose="020B0604030504040204"/>
                <a:cs typeface="Verdana" panose="020B0604030504040204"/>
              </a:rPr>
              <a:t> </a:t>
            </a:r>
            <a:r>
              <a:rPr sz="1600" spc="-25" dirty="0">
                <a:solidFill>
                  <a:srgbClr val="0D66EB"/>
                </a:solidFill>
                <a:latin typeface="Verdana" panose="020B0604030504040204"/>
                <a:cs typeface="Verdana" panose="020B0604030504040204"/>
              </a:rPr>
              <a:t>ﬁle </a:t>
            </a:r>
            <a:r>
              <a:rPr sz="1600" u="heavy" dirty="0">
                <a:solidFill>
                  <a:srgbClr val="373737"/>
                </a:solidFill>
                <a:uFill>
                  <a:solidFill>
                    <a:srgbClr val="373737"/>
                  </a:solidFill>
                </a:uFill>
                <a:latin typeface="Verdana" panose="020B0604030504040204"/>
                <a:cs typeface="Verdana" panose="020B0604030504040204"/>
              </a:rPr>
              <a:t>Image</a:t>
            </a:r>
            <a:r>
              <a:rPr sz="1600" u="heavy" spc="-105" dirty="0">
                <a:solidFill>
                  <a:srgbClr val="373737"/>
                </a:solidFill>
                <a:uFill>
                  <a:solidFill>
                    <a:srgbClr val="373737"/>
                  </a:solidFill>
                </a:uFill>
                <a:latin typeface="Verdana" panose="020B0604030504040204"/>
                <a:cs typeface="Verdana" panose="020B0604030504040204"/>
              </a:rPr>
              <a:t> </a:t>
            </a:r>
            <a:r>
              <a:rPr sz="1600" u="heavy" spc="-20" dirty="0">
                <a:solidFill>
                  <a:srgbClr val="373737"/>
                </a:solidFill>
                <a:uFill>
                  <a:solidFill>
                    <a:srgbClr val="373737"/>
                  </a:solidFill>
                </a:uFill>
                <a:latin typeface="Verdana" panose="020B0604030504040204"/>
                <a:cs typeface="Verdana" panose="020B0604030504040204"/>
              </a:rPr>
              <a:t>File</a:t>
            </a:r>
            <a:endParaRPr sz="1600">
              <a:latin typeface="Verdana" panose="020B0604030504040204"/>
              <a:cs typeface="Verdana" panose="020B060403050404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56765" y="693112"/>
            <a:ext cx="2192019" cy="1247140"/>
          </a:xfrm>
          <a:prstGeom prst="rect">
            <a:avLst/>
          </a:prstGeom>
        </p:spPr>
        <p:txBody>
          <a:bodyPr vert="horz" wrap="square" lIns="0" tIns="16933" rIns="0" bIns="0" rtlCol="0">
            <a:spAutoFit/>
          </a:bodyPr>
          <a:lstStyle/>
          <a:p>
            <a:pPr marL="12700">
              <a:lnSpc>
                <a:spcPct val="100000"/>
              </a:lnSpc>
              <a:spcBef>
                <a:spcPts val="100"/>
              </a:spcBef>
            </a:pPr>
            <a:r>
              <a:rPr sz="4000" spc="-200" dirty="0">
                <a:solidFill>
                  <a:srgbClr val="373737"/>
                </a:solidFill>
                <a:latin typeface="Arial Black" panose="020B0A04020102020204"/>
                <a:cs typeface="Arial Black" panose="020B0A04020102020204"/>
              </a:rPr>
              <a:t>Exercise</a:t>
            </a:r>
            <a:endParaRPr sz="4000">
              <a:latin typeface="Arial Black" panose="020B0A04020102020204"/>
              <a:cs typeface="Arial Black" panose="020B0A04020102020204"/>
            </a:endParaRPr>
          </a:p>
        </p:txBody>
      </p:sp>
      <p:sp>
        <p:nvSpPr>
          <p:cNvPr id="3" name="object 3"/>
          <p:cNvSpPr txBox="1">
            <a:spLocks noGrp="1"/>
          </p:cNvSpPr>
          <p:nvPr>
            <p:ph type="title"/>
          </p:nvPr>
        </p:nvSpPr>
        <p:spPr>
          <a:xfrm>
            <a:off x="3592265" y="559160"/>
            <a:ext cx="2378285" cy="488315"/>
          </a:xfrm>
          <a:prstGeom prst="rect">
            <a:avLst/>
          </a:prstGeom>
        </p:spPr>
        <p:txBody>
          <a:bodyPr vert="horz" wrap="square" lIns="0" tIns="16933" rIns="0" bIns="0" rtlCol="0">
            <a:spAutoFit/>
          </a:bodyPr>
          <a:lstStyle/>
          <a:p>
            <a:pPr marL="12700">
              <a:lnSpc>
                <a:spcPct val="100000"/>
              </a:lnSpc>
              <a:spcBef>
                <a:spcPts val="100"/>
              </a:spcBef>
            </a:pPr>
            <a:r>
              <a:rPr sz="3065" spc="-45" dirty="0">
                <a:latin typeface="Tahoma" panose="020B0604030504040204"/>
                <a:cs typeface="Tahoma" panose="020B0604030504040204"/>
              </a:rPr>
              <a:t>Second</a:t>
            </a:r>
            <a:r>
              <a:rPr sz="3065" spc="-229" dirty="0">
                <a:latin typeface="Tahoma" panose="020B0604030504040204"/>
                <a:cs typeface="Tahoma" panose="020B0604030504040204"/>
              </a:rPr>
              <a:t> </a:t>
            </a:r>
            <a:r>
              <a:rPr sz="3065" spc="-25" dirty="0">
                <a:latin typeface="Tahoma" panose="020B0604030504040204"/>
                <a:cs typeface="Tahoma" panose="020B0604030504040204"/>
              </a:rPr>
              <a:t>Frame</a:t>
            </a:r>
            <a:endParaRPr sz="3065">
              <a:latin typeface="Tahoma" panose="020B0604030504040204"/>
              <a:cs typeface="Tahoma" panose="020B0604030504040204"/>
            </a:endParaRPr>
          </a:p>
        </p:txBody>
      </p:sp>
      <p:sp>
        <p:nvSpPr>
          <p:cNvPr id="4" name="object 4"/>
          <p:cNvSpPr txBox="1">
            <a:spLocks noGrp="1"/>
          </p:cNvSpPr>
          <p:nvPr>
            <p:ph type="body" idx="1"/>
          </p:nvPr>
        </p:nvSpPr>
        <p:spPr>
          <a:xfrm>
            <a:off x="609600" y="1174750"/>
            <a:ext cx="10972800" cy="5020945"/>
          </a:xfrm>
          <a:prstGeom prst="rect">
            <a:avLst/>
          </a:prstGeom>
        </p:spPr>
        <p:txBody>
          <a:bodyPr vert="horz" wrap="square" lIns="0" tIns="77892" rIns="0" bIns="0" rtlCol="0">
            <a:spAutoFit/>
          </a:bodyPr>
          <a:lstStyle/>
          <a:p>
            <a:pPr marL="438150" indent="-425450">
              <a:lnSpc>
                <a:spcPct val="100000"/>
              </a:lnSpc>
              <a:spcBef>
                <a:spcPts val="460"/>
              </a:spcBef>
              <a:buAutoNum type="arabicPeriod"/>
              <a:tabLst>
                <a:tab pos="438150" algn="l"/>
              </a:tabLst>
            </a:pPr>
            <a:r>
              <a:rPr dirty="0"/>
              <a:t>Use</a:t>
            </a:r>
            <a:r>
              <a:rPr spc="-195" dirty="0"/>
              <a:t> </a:t>
            </a:r>
            <a:r>
              <a:rPr spc="-70" dirty="0"/>
              <a:t>2.png</a:t>
            </a:r>
            <a:r>
              <a:rPr spc="-195" dirty="0"/>
              <a:t> </a:t>
            </a:r>
            <a:r>
              <a:rPr spc="-65" dirty="0"/>
              <a:t>as</a:t>
            </a:r>
            <a:r>
              <a:rPr spc="-190" dirty="0"/>
              <a:t> </a:t>
            </a:r>
            <a:r>
              <a:rPr spc="-10" dirty="0"/>
              <a:t>background</a:t>
            </a:r>
            <a:endParaRPr spc="-10" dirty="0"/>
          </a:p>
          <a:p>
            <a:pPr marL="438150" indent="-425450">
              <a:lnSpc>
                <a:spcPct val="100000"/>
              </a:lnSpc>
              <a:spcBef>
                <a:spcPts val="360"/>
              </a:spcBef>
              <a:buAutoNum type="arabicPeriod"/>
              <a:tabLst>
                <a:tab pos="438150" algn="l"/>
              </a:tabLst>
            </a:pPr>
            <a:r>
              <a:rPr dirty="0"/>
              <a:t>Add</a:t>
            </a:r>
            <a:r>
              <a:rPr spc="-215" dirty="0"/>
              <a:t> </a:t>
            </a:r>
            <a:r>
              <a:rPr spc="-30" dirty="0"/>
              <a:t>Label</a:t>
            </a:r>
            <a:r>
              <a:rPr spc="-210" dirty="0"/>
              <a:t> </a:t>
            </a:r>
            <a:r>
              <a:rPr spc="-10" dirty="0"/>
              <a:t>“Click</a:t>
            </a:r>
            <a:r>
              <a:rPr spc="-210" dirty="0"/>
              <a:t> </a:t>
            </a:r>
            <a:r>
              <a:rPr spc="-10" dirty="0"/>
              <a:t>the</a:t>
            </a:r>
            <a:r>
              <a:rPr spc="-210" dirty="0"/>
              <a:t> </a:t>
            </a:r>
            <a:r>
              <a:rPr spc="-10" dirty="0"/>
              <a:t>buttons</a:t>
            </a:r>
            <a:r>
              <a:rPr spc="-210" dirty="0"/>
              <a:t> </a:t>
            </a:r>
            <a:r>
              <a:rPr spc="-10" dirty="0"/>
              <a:t>below”</a:t>
            </a:r>
            <a:endParaRPr spc="-10" dirty="0"/>
          </a:p>
          <a:p>
            <a:pPr marL="438150" indent="-425450">
              <a:lnSpc>
                <a:spcPct val="100000"/>
              </a:lnSpc>
              <a:spcBef>
                <a:spcPts val="360"/>
              </a:spcBef>
              <a:buAutoNum type="arabicPeriod"/>
              <a:tabLst>
                <a:tab pos="438150" algn="l"/>
              </a:tabLst>
            </a:pPr>
            <a:r>
              <a:rPr dirty="0"/>
              <a:t>Add</a:t>
            </a:r>
            <a:r>
              <a:rPr spc="-220" dirty="0"/>
              <a:t> </a:t>
            </a:r>
            <a:r>
              <a:rPr dirty="0"/>
              <a:t>two</a:t>
            </a:r>
            <a:r>
              <a:rPr spc="-215" dirty="0"/>
              <a:t> </a:t>
            </a:r>
            <a:r>
              <a:rPr spc="-10" dirty="0"/>
              <a:t>buttons</a:t>
            </a:r>
            <a:r>
              <a:rPr spc="-215" dirty="0"/>
              <a:t> </a:t>
            </a:r>
            <a:r>
              <a:rPr spc="-50" dirty="0"/>
              <a:t>-</a:t>
            </a:r>
            <a:endParaRPr spc="-50" dirty="0"/>
          </a:p>
          <a:p>
            <a:pPr marL="895350" lvl="1" indent="-401955">
              <a:lnSpc>
                <a:spcPct val="100000"/>
              </a:lnSpc>
              <a:spcBef>
                <a:spcPts val="360"/>
              </a:spcBef>
              <a:buAutoNum type="alphaLcPeriod"/>
              <a:tabLst>
                <a:tab pos="895350" algn="l"/>
              </a:tabLst>
            </a:pPr>
            <a:r>
              <a:rPr sz="2665" spc="-50" dirty="0">
                <a:solidFill>
                  <a:srgbClr val="373737"/>
                </a:solidFill>
                <a:latin typeface="Tahoma" panose="020B0604030504040204"/>
                <a:cs typeface="Tahoma" panose="020B0604030504040204"/>
              </a:rPr>
              <a:t>Random</a:t>
            </a:r>
            <a:r>
              <a:rPr sz="2665" spc="-185"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Drinks</a:t>
            </a:r>
            <a:endParaRPr sz="2665">
              <a:latin typeface="Tahoma" panose="020B0604030504040204"/>
              <a:cs typeface="Tahoma" panose="020B0604030504040204"/>
            </a:endParaRPr>
          </a:p>
          <a:p>
            <a:pPr marL="895350" lvl="1" indent="-417195">
              <a:lnSpc>
                <a:spcPct val="100000"/>
              </a:lnSpc>
              <a:spcBef>
                <a:spcPts val="360"/>
              </a:spcBef>
              <a:buAutoNum type="alphaLcPeriod"/>
              <a:tabLst>
                <a:tab pos="895350" algn="l"/>
              </a:tabLst>
            </a:pPr>
            <a:r>
              <a:rPr sz="2665" dirty="0">
                <a:solidFill>
                  <a:srgbClr val="373737"/>
                </a:solidFill>
                <a:latin typeface="Tahoma" panose="020B0604030504040204"/>
                <a:cs typeface="Tahoma" panose="020B0604030504040204"/>
              </a:rPr>
              <a:t>Alcoholic</a:t>
            </a:r>
            <a:r>
              <a:rPr sz="2665" spc="-240" dirty="0">
                <a:solidFill>
                  <a:srgbClr val="373737"/>
                </a:solidFill>
                <a:latin typeface="Tahoma" panose="020B0604030504040204"/>
                <a:cs typeface="Tahoma" panose="020B0604030504040204"/>
              </a:rPr>
              <a:t> </a:t>
            </a:r>
            <a:r>
              <a:rPr sz="2665" spc="-10" dirty="0">
                <a:solidFill>
                  <a:srgbClr val="373737"/>
                </a:solidFill>
                <a:latin typeface="Tahoma" panose="020B0604030504040204"/>
                <a:cs typeface="Tahoma" panose="020B0604030504040204"/>
              </a:rPr>
              <a:t>Drinks</a:t>
            </a:r>
            <a:endParaRPr sz="2665">
              <a:latin typeface="Tahoma" panose="020B0604030504040204"/>
              <a:cs typeface="Tahoma" panose="020B0604030504040204"/>
            </a:endParaRPr>
          </a:p>
          <a:p>
            <a:pPr marL="438150" marR="5080" indent="-426085">
              <a:lnSpc>
                <a:spcPct val="115000"/>
              </a:lnSpc>
              <a:buAutoNum type="arabicPeriod"/>
              <a:tabLst>
                <a:tab pos="438150" algn="l"/>
              </a:tabLst>
            </a:pPr>
            <a:r>
              <a:rPr dirty="0"/>
              <a:t>Upon</a:t>
            </a:r>
            <a:r>
              <a:rPr spc="-200" dirty="0"/>
              <a:t> </a:t>
            </a:r>
            <a:r>
              <a:rPr spc="-35" dirty="0"/>
              <a:t>clicking</a:t>
            </a:r>
            <a:r>
              <a:rPr spc="-195" dirty="0"/>
              <a:t> </a:t>
            </a:r>
            <a:r>
              <a:rPr spc="-10" dirty="0"/>
              <a:t>the</a:t>
            </a:r>
            <a:r>
              <a:rPr spc="-200" dirty="0"/>
              <a:t> </a:t>
            </a:r>
            <a:r>
              <a:rPr spc="-50" dirty="0"/>
              <a:t>Random</a:t>
            </a:r>
            <a:r>
              <a:rPr spc="-195" dirty="0"/>
              <a:t> </a:t>
            </a:r>
            <a:r>
              <a:rPr dirty="0"/>
              <a:t>Drinks</a:t>
            </a:r>
            <a:r>
              <a:rPr spc="-200" dirty="0"/>
              <a:t> </a:t>
            </a:r>
            <a:r>
              <a:rPr spc="-10" dirty="0"/>
              <a:t>buttons</a:t>
            </a:r>
            <a:r>
              <a:rPr spc="-195" dirty="0"/>
              <a:t> </a:t>
            </a:r>
            <a:r>
              <a:rPr spc="-40" dirty="0"/>
              <a:t>open</a:t>
            </a:r>
            <a:r>
              <a:rPr spc="-195" dirty="0"/>
              <a:t> </a:t>
            </a:r>
            <a:r>
              <a:rPr spc="-25" dirty="0"/>
              <a:t>the </a:t>
            </a:r>
            <a:r>
              <a:rPr spc="-20" dirty="0"/>
              <a:t>RandomDrinks</a:t>
            </a:r>
            <a:r>
              <a:rPr spc="-130" dirty="0"/>
              <a:t> </a:t>
            </a:r>
            <a:r>
              <a:rPr spc="-10" dirty="0"/>
              <a:t>frame</a:t>
            </a:r>
            <a:endParaRPr spc="-10" dirty="0"/>
          </a:p>
          <a:p>
            <a:pPr marL="438150" marR="321945" indent="-426085">
              <a:lnSpc>
                <a:spcPct val="115000"/>
              </a:lnSpc>
              <a:buAutoNum type="arabicPeriod"/>
              <a:tabLst>
                <a:tab pos="438150" algn="l"/>
              </a:tabLst>
            </a:pPr>
            <a:r>
              <a:rPr dirty="0"/>
              <a:t>Upon</a:t>
            </a:r>
            <a:r>
              <a:rPr spc="-204" dirty="0"/>
              <a:t> </a:t>
            </a:r>
            <a:r>
              <a:rPr spc="-35" dirty="0"/>
              <a:t>clicking</a:t>
            </a:r>
            <a:r>
              <a:rPr spc="-204" dirty="0"/>
              <a:t> </a:t>
            </a:r>
            <a:r>
              <a:rPr spc="-10" dirty="0"/>
              <a:t>the</a:t>
            </a:r>
            <a:r>
              <a:rPr spc="-204" dirty="0"/>
              <a:t> </a:t>
            </a:r>
            <a:r>
              <a:rPr dirty="0"/>
              <a:t>Alcoholic</a:t>
            </a:r>
            <a:r>
              <a:rPr spc="-204" dirty="0"/>
              <a:t> </a:t>
            </a:r>
            <a:r>
              <a:rPr dirty="0"/>
              <a:t>Drinks</a:t>
            </a:r>
            <a:r>
              <a:rPr spc="-204" dirty="0"/>
              <a:t> </a:t>
            </a:r>
            <a:r>
              <a:rPr spc="-10" dirty="0"/>
              <a:t>buttons</a:t>
            </a:r>
            <a:r>
              <a:rPr spc="-204" dirty="0"/>
              <a:t> </a:t>
            </a:r>
            <a:r>
              <a:rPr spc="-20" dirty="0"/>
              <a:t>open </a:t>
            </a:r>
            <a:r>
              <a:rPr spc="-10" dirty="0"/>
              <a:t>the</a:t>
            </a:r>
            <a:r>
              <a:rPr spc="-204" dirty="0"/>
              <a:t> </a:t>
            </a:r>
            <a:r>
              <a:rPr dirty="0"/>
              <a:t>Alcoholic</a:t>
            </a:r>
            <a:r>
              <a:rPr spc="-200" dirty="0"/>
              <a:t> </a:t>
            </a:r>
            <a:r>
              <a:rPr dirty="0"/>
              <a:t>Drinks</a:t>
            </a:r>
            <a:r>
              <a:rPr spc="-204" dirty="0"/>
              <a:t> </a:t>
            </a:r>
            <a:r>
              <a:rPr spc="-10" dirty="0"/>
              <a:t>frame</a:t>
            </a:r>
            <a:endParaRPr spc="-10" dirty="0"/>
          </a:p>
        </p:txBody>
      </p:sp>
      <p:grpSp>
        <p:nvGrpSpPr>
          <p:cNvPr id="5" name="object 5"/>
          <p:cNvGrpSpPr/>
          <p:nvPr/>
        </p:nvGrpSpPr>
        <p:grpSpPr>
          <a:xfrm>
            <a:off x="8299233" y="569782"/>
            <a:ext cx="3284220" cy="5267113"/>
            <a:chOff x="214150" y="1193623"/>
            <a:chExt cx="2463165" cy="3950335"/>
          </a:xfrm>
        </p:grpSpPr>
        <p:pic>
          <p:nvPicPr>
            <p:cNvPr id="6" name="object 6"/>
            <p:cNvPicPr/>
            <p:nvPr/>
          </p:nvPicPr>
          <p:blipFill>
            <a:blip r:embed="rId1" cstate="print"/>
            <a:stretch>
              <a:fillRect/>
            </a:stretch>
          </p:blipFill>
          <p:spPr>
            <a:xfrm>
              <a:off x="214150" y="1193623"/>
              <a:ext cx="1471624" cy="2466874"/>
            </a:xfrm>
            <a:prstGeom prst="rect">
              <a:avLst/>
            </a:prstGeom>
          </p:spPr>
        </p:pic>
        <p:pic>
          <p:nvPicPr>
            <p:cNvPr id="7" name="object 7"/>
            <p:cNvPicPr/>
            <p:nvPr/>
          </p:nvPicPr>
          <p:blipFill>
            <a:blip r:embed="rId2" cstate="print"/>
            <a:stretch>
              <a:fillRect/>
            </a:stretch>
          </p:blipFill>
          <p:spPr>
            <a:xfrm>
              <a:off x="1322701" y="3053925"/>
              <a:ext cx="1354049" cy="2089574"/>
            </a:xfrm>
            <a:prstGeom prst="rect">
              <a:avLst/>
            </a:prstGeom>
          </p:spPr>
        </p:pic>
      </p:grpSp>
      <p:grpSp>
        <p:nvGrpSpPr>
          <p:cNvPr id="8" name="object 8"/>
          <p:cNvGrpSpPr/>
          <p:nvPr/>
        </p:nvGrpSpPr>
        <p:grpSpPr>
          <a:xfrm>
            <a:off x="8667765" y="0"/>
            <a:ext cx="3530600" cy="1980353"/>
            <a:chOff x="6500824" y="0"/>
            <a:chExt cx="2647950" cy="1485265"/>
          </a:xfrm>
        </p:grpSpPr>
        <p:sp>
          <p:nvSpPr>
            <p:cNvPr id="9" name="object 9"/>
            <p:cNvSpPr/>
            <p:nvPr/>
          </p:nvSpPr>
          <p:spPr>
            <a:xfrm>
              <a:off x="6500824" y="0"/>
              <a:ext cx="2643505" cy="1421765"/>
            </a:xfrm>
            <a:custGeom>
              <a:avLst/>
              <a:gdLst/>
              <a:ahLst/>
              <a:cxnLst/>
              <a:rect l="l" t="t" r="r" b="b"/>
              <a:pathLst>
                <a:path w="2643504" h="1421765">
                  <a:moveTo>
                    <a:pt x="1407658" y="1421356"/>
                  </a:moveTo>
                  <a:lnTo>
                    <a:pt x="1354220" y="1421019"/>
                  </a:lnTo>
                  <a:lnTo>
                    <a:pt x="1300540" y="1419997"/>
                  </a:lnTo>
                  <a:lnTo>
                    <a:pt x="1246702" y="1418282"/>
                  </a:lnTo>
                  <a:lnTo>
                    <a:pt x="1192788" y="1415860"/>
                  </a:lnTo>
                  <a:lnTo>
                    <a:pt x="1138882" y="1412720"/>
                  </a:lnTo>
                  <a:lnTo>
                    <a:pt x="1085065" y="1408851"/>
                  </a:lnTo>
                  <a:lnTo>
                    <a:pt x="1031422" y="1404241"/>
                  </a:lnTo>
                  <a:lnTo>
                    <a:pt x="978034" y="1398879"/>
                  </a:lnTo>
                  <a:lnTo>
                    <a:pt x="924985" y="1392753"/>
                  </a:lnTo>
                  <a:lnTo>
                    <a:pt x="872357" y="1385852"/>
                  </a:lnTo>
                  <a:lnTo>
                    <a:pt x="820235" y="1378165"/>
                  </a:lnTo>
                  <a:lnTo>
                    <a:pt x="768699" y="1369679"/>
                  </a:lnTo>
                  <a:lnTo>
                    <a:pt x="717834" y="1360384"/>
                  </a:lnTo>
                  <a:lnTo>
                    <a:pt x="667722" y="1350267"/>
                  </a:lnTo>
                  <a:lnTo>
                    <a:pt x="618446" y="1339318"/>
                  </a:lnTo>
                  <a:lnTo>
                    <a:pt x="570090" y="1327525"/>
                  </a:lnTo>
                  <a:lnTo>
                    <a:pt x="522735" y="1314876"/>
                  </a:lnTo>
                  <a:lnTo>
                    <a:pt x="476464" y="1301360"/>
                  </a:lnTo>
                  <a:lnTo>
                    <a:pt x="431362" y="1286965"/>
                  </a:lnTo>
                  <a:lnTo>
                    <a:pt x="387510" y="1271681"/>
                  </a:lnTo>
                  <a:lnTo>
                    <a:pt x="344991" y="1255494"/>
                  </a:lnTo>
                  <a:lnTo>
                    <a:pt x="290224" y="1230702"/>
                  </a:lnTo>
                  <a:lnTo>
                    <a:pt x="240372" y="1202986"/>
                  </a:lnTo>
                  <a:lnTo>
                    <a:pt x="195370" y="1172637"/>
                  </a:lnTo>
                  <a:lnTo>
                    <a:pt x="155154" y="1139947"/>
                  </a:lnTo>
                  <a:lnTo>
                    <a:pt x="119661" y="1105207"/>
                  </a:lnTo>
                  <a:lnTo>
                    <a:pt x="88826" y="1068710"/>
                  </a:lnTo>
                  <a:lnTo>
                    <a:pt x="62586" y="1030746"/>
                  </a:lnTo>
                  <a:lnTo>
                    <a:pt x="40877" y="991606"/>
                  </a:lnTo>
                  <a:lnTo>
                    <a:pt x="23634" y="951584"/>
                  </a:lnTo>
                  <a:lnTo>
                    <a:pt x="9275" y="901668"/>
                  </a:lnTo>
                  <a:lnTo>
                    <a:pt x="1438" y="851580"/>
                  </a:lnTo>
                  <a:lnTo>
                    <a:pt x="0" y="801836"/>
                  </a:lnTo>
                  <a:lnTo>
                    <a:pt x="4837" y="752955"/>
                  </a:lnTo>
                  <a:lnTo>
                    <a:pt x="15828" y="705452"/>
                  </a:lnTo>
                  <a:lnTo>
                    <a:pt x="32850" y="659845"/>
                  </a:lnTo>
                  <a:lnTo>
                    <a:pt x="55781" y="616651"/>
                  </a:lnTo>
                  <a:lnTo>
                    <a:pt x="77055" y="583878"/>
                  </a:lnTo>
                  <a:lnTo>
                    <a:pt x="101499" y="551792"/>
                  </a:lnTo>
                  <a:lnTo>
                    <a:pt x="128987" y="520428"/>
                  </a:lnTo>
                  <a:lnTo>
                    <a:pt x="159389" y="489819"/>
                  </a:lnTo>
                  <a:lnTo>
                    <a:pt x="192578" y="460002"/>
                  </a:lnTo>
                  <a:lnTo>
                    <a:pt x="228426" y="431010"/>
                  </a:lnTo>
                  <a:lnTo>
                    <a:pt x="266805" y="402878"/>
                  </a:lnTo>
                  <a:lnTo>
                    <a:pt x="307585" y="375641"/>
                  </a:lnTo>
                  <a:lnTo>
                    <a:pt x="350641" y="349334"/>
                  </a:lnTo>
                  <a:lnTo>
                    <a:pt x="395843" y="323990"/>
                  </a:lnTo>
                  <a:lnTo>
                    <a:pt x="443063" y="299646"/>
                  </a:lnTo>
                  <a:lnTo>
                    <a:pt x="492174" y="276334"/>
                  </a:lnTo>
                  <a:lnTo>
                    <a:pt x="543047" y="254091"/>
                  </a:lnTo>
                  <a:lnTo>
                    <a:pt x="595554" y="232951"/>
                  </a:lnTo>
                  <a:lnTo>
                    <a:pt x="649568" y="212948"/>
                  </a:lnTo>
                  <a:lnTo>
                    <a:pt x="704959" y="194117"/>
                  </a:lnTo>
                  <a:lnTo>
                    <a:pt x="761601" y="176492"/>
                  </a:lnTo>
                  <a:lnTo>
                    <a:pt x="808495" y="163150"/>
                  </a:lnTo>
                  <a:lnTo>
                    <a:pt x="856004" y="150818"/>
                  </a:lnTo>
                  <a:lnTo>
                    <a:pt x="904054" y="139381"/>
                  </a:lnTo>
                  <a:lnTo>
                    <a:pt x="952571" y="128726"/>
                  </a:lnTo>
                  <a:lnTo>
                    <a:pt x="1001481" y="118740"/>
                  </a:lnTo>
                  <a:lnTo>
                    <a:pt x="1050708" y="109308"/>
                  </a:lnTo>
                  <a:lnTo>
                    <a:pt x="1447047" y="40142"/>
                  </a:lnTo>
                  <a:lnTo>
                    <a:pt x="1495788" y="30575"/>
                  </a:lnTo>
                  <a:lnTo>
                    <a:pt x="1544103" y="20423"/>
                  </a:lnTo>
                  <a:lnTo>
                    <a:pt x="1591918" y="9573"/>
                  </a:lnTo>
                  <a:lnTo>
                    <a:pt x="1630694" y="0"/>
                  </a:lnTo>
                  <a:lnTo>
                    <a:pt x="2643174" y="0"/>
                  </a:lnTo>
                  <a:lnTo>
                    <a:pt x="2643174" y="1160581"/>
                  </a:lnTo>
                  <a:lnTo>
                    <a:pt x="2597707" y="1187638"/>
                  </a:lnTo>
                  <a:lnTo>
                    <a:pt x="2545837" y="1215634"/>
                  </a:lnTo>
                  <a:lnTo>
                    <a:pt x="2505404" y="1235298"/>
                  </a:lnTo>
                  <a:lnTo>
                    <a:pt x="2463232" y="1253835"/>
                  </a:lnTo>
                  <a:lnTo>
                    <a:pt x="2419432" y="1271265"/>
                  </a:lnTo>
                  <a:lnTo>
                    <a:pt x="2374117" y="1287607"/>
                  </a:lnTo>
                  <a:lnTo>
                    <a:pt x="2327400" y="1302881"/>
                  </a:lnTo>
                  <a:lnTo>
                    <a:pt x="2279393" y="1317107"/>
                  </a:lnTo>
                  <a:lnTo>
                    <a:pt x="2230210" y="1330305"/>
                  </a:lnTo>
                  <a:lnTo>
                    <a:pt x="2179961" y="1342495"/>
                  </a:lnTo>
                  <a:lnTo>
                    <a:pt x="2128761" y="1353697"/>
                  </a:lnTo>
                  <a:lnTo>
                    <a:pt x="2076721" y="1363930"/>
                  </a:lnTo>
                  <a:lnTo>
                    <a:pt x="2023955" y="1373213"/>
                  </a:lnTo>
                  <a:lnTo>
                    <a:pt x="1970574" y="1381568"/>
                  </a:lnTo>
                  <a:lnTo>
                    <a:pt x="1916691" y="1389014"/>
                  </a:lnTo>
                  <a:lnTo>
                    <a:pt x="1862420" y="1395570"/>
                  </a:lnTo>
                  <a:lnTo>
                    <a:pt x="1774046" y="1404808"/>
                  </a:lnTo>
                  <a:lnTo>
                    <a:pt x="1668282" y="1413193"/>
                  </a:lnTo>
                  <a:lnTo>
                    <a:pt x="1617307" y="1416117"/>
                  </a:lnTo>
                  <a:lnTo>
                    <a:pt x="1568371" y="1418282"/>
                  </a:lnTo>
                  <a:lnTo>
                    <a:pt x="1569479" y="1418282"/>
                  </a:lnTo>
                  <a:lnTo>
                    <a:pt x="1514790" y="1419997"/>
                  </a:lnTo>
                  <a:lnTo>
                    <a:pt x="1515691" y="1419997"/>
                  </a:lnTo>
                  <a:lnTo>
                    <a:pt x="1461165" y="1421019"/>
                  </a:lnTo>
                  <a:lnTo>
                    <a:pt x="1461986" y="1421019"/>
                  </a:lnTo>
                  <a:lnTo>
                    <a:pt x="1407658" y="1421356"/>
                  </a:lnTo>
                  <a:close/>
                </a:path>
              </a:pathLst>
            </a:custGeom>
            <a:solidFill>
              <a:srgbClr val="FFE3E3"/>
            </a:solidFill>
          </p:spPr>
          <p:txBody>
            <a:bodyPr wrap="square" lIns="0" tIns="0" rIns="0" bIns="0" rtlCol="0"/>
            <a:lstStyle/>
            <a:p>
              <a:endParaRPr sz="2400"/>
            </a:p>
          </p:txBody>
        </p:sp>
        <p:sp>
          <p:nvSpPr>
            <p:cNvPr id="10" name="object 10"/>
            <p:cNvSpPr/>
            <p:nvPr/>
          </p:nvSpPr>
          <p:spPr>
            <a:xfrm>
              <a:off x="6724400" y="287830"/>
              <a:ext cx="2419985" cy="1134110"/>
            </a:xfrm>
            <a:custGeom>
              <a:avLst/>
              <a:gdLst/>
              <a:ahLst/>
              <a:cxnLst/>
              <a:rect l="l" t="t" r="r" b="b"/>
              <a:pathLst>
                <a:path w="2419984" h="1134110">
                  <a:moveTo>
                    <a:pt x="2419599" y="1133567"/>
                  </a:moveTo>
                  <a:lnTo>
                    <a:pt x="0" y="1133567"/>
                  </a:lnTo>
                  <a:lnTo>
                    <a:pt x="0" y="0"/>
                  </a:lnTo>
                  <a:lnTo>
                    <a:pt x="2346554" y="0"/>
                  </a:lnTo>
                  <a:lnTo>
                    <a:pt x="2383584" y="3663"/>
                  </a:lnTo>
                  <a:lnTo>
                    <a:pt x="2418854" y="14381"/>
                  </a:lnTo>
                  <a:lnTo>
                    <a:pt x="2419599" y="14778"/>
                  </a:lnTo>
                  <a:lnTo>
                    <a:pt x="2419599" y="1133567"/>
                  </a:lnTo>
                  <a:close/>
                </a:path>
              </a:pathLst>
            </a:custGeom>
            <a:solidFill>
              <a:srgbClr val="F9F9F9"/>
            </a:solidFill>
          </p:spPr>
          <p:txBody>
            <a:bodyPr wrap="square" lIns="0" tIns="0" rIns="0" bIns="0" rtlCol="0"/>
            <a:lstStyle/>
            <a:p>
              <a:endParaRPr sz="2400"/>
            </a:p>
          </p:txBody>
        </p:sp>
        <p:sp>
          <p:nvSpPr>
            <p:cNvPr id="11" name="object 11"/>
            <p:cNvSpPr/>
            <p:nvPr/>
          </p:nvSpPr>
          <p:spPr>
            <a:xfrm>
              <a:off x="6724400" y="287830"/>
              <a:ext cx="2419985" cy="1134110"/>
            </a:xfrm>
            <a:custGeom>
              <a:avLst/>
              <a:gdLst/>
              <a:ahLst/>
              <a:cxnLst/>
              <a:rect l="l" t="t" r="r" b="b"/>
              <a:pathLst>
                <a:path w="2419984" h="1134110">
                  <a:moveTo>
                    <a:pt x="2419599" y="1133567"/>
                  </a:moveTo>
                  <a:lnTo>
                    <a:pt x="0" y="1133567"/>
                  </a:lnTo>
                  <a:lnTo>
                    <a:pt x="0" y="0"/>
                  </a:lnTo>
                  <a:lnTo>
                    <a:pt x="2346554" y="0"/>
                  </a:lnTo>
                  <a:lnTo>
                    <a:pt x="2383584" y="3663"/>
                  </a:lnTo>
                  <a:lnTo>
                    <a:pt x="2418854" y="14381"/>
                  </a:lnTo>
                  <a:lnTo>
                    <a:pt x="2419599" y="14778"/>
                  </a:lnTo>
                </a:path>
              </a:pathLst>
            </a:custGeom>
            <a:ln w="9524">
              <a:solidFill>
                <a:srgbClr val="E95855"/>
              </a:solidFill>
            </a:ln>
          </p:spPr>
          <p:txBody>
            <a:bodyPr wrap="square" lIns="0" tIns="0" rIns="0" bIns="0" rtlCol="0"/>
            <a:lstStyle/>
            <a:p>
              <a:endParaRPr sz="2400"/>
            </a:p>
          </p:txBody>
        </p:sp>
        <p:sp>
          <p:nvSpPr>
            <p:cNvPr id="12" name="object 12"/>
            <p:cNvSpPr/>
            <p:nvPr/>
          </p:nvSpPr>
          <p:spPr>
            <a:xfrm>
              <a:off x="6810816" y="346567"/>
              <a:ext cx="2333625" cy="1134110"/>
            </a:xfrm>
            <a:custGeom>
              <a:avLst/>
              <a:gdLst/>
              <a:ahLst/>
              <a:cxnLst/>
              <a:rect l="l" t="t" r="r" b="b"/>
              <a:pathLst>
                <a:path w="2333625" h="1134110">
                  <a:moveTo>
                    <a:pt x="2333183" y="1133567"/>
                  </a:moveTo>
                  <a:lnTo>
                    <a:pt x="0" y="1133567"/>
                  </a:lnTo>
                  <a:lnTo>
                    <a:pt x="0" y="0"/>
                  </a:lnTo>
                  <a:lnTo>
                    <a:pt x="2333183" y="0"/>
                  </a:lnTo>
                  <a:lnTo>
                    <a:pt x="2333183" y="1133567"/>
                  </a:lnTo>
                  <a:close/>
                </a:path>
              </a:pathLst>
            </a:custGeom>
            <a:solidFill>
              <a:srgbClr val="FFFFFF"/>
            </a:solidFill>
          </p:spPr>
          <p:txBody>
            <a:bodyPr wrap="square" lIns="0" tIns="0" rIns="0" bIns="0" rtlCol="0"/>
            <a:lstStyle/>
            <a:p>
              <a:endParaRPr sz="2400"/>
            </a:p>
          </p:txBody>
        </p:sp>
        <p:sp>
          <p:nvSpPr>
            <p:cNvPr id="13" name="object 13"/>
            <p:cNvSpPr/>
            <p:nvPr/>
          </p:nvSpPr>
          <p:spPr>
            <a:xfrm>
              <a:off x="6810816" y="346567"/>
              <a:ext cx="2333625" cy="1134110"/>
            </a:xfrm>
            <a:custGeom>
              <a:avLst/>
              <a:gdLst/>
              <a:ahLst/>
              <a:cxnLst/>
              <a:rect l="l" t="t" r="r" b="b"/>
              <a:pathLst>
                <a:path w="2333625" h="1134110">
                  <a:moveTo>
                    <a:pt x="2333183" y="1133567"/>
                  </a:moveTo>
                  <a:lnTo>
                    <a:pt x="0" y="1133567"/>
                  </a:lnTo>
                  <a:lnTo>
                    <a:pt x="0" y="0"/>
                  </a:lnTo>
                  <a:lnTo>
                    <a:pt x="2333183" y="0"/>
                  </a:lnTo>
                </a:path>
              </a:pathLst>
            </a:custGeom>
            <a:ln w="9524">
              <a:solidFill>
                <a:srgbClr val="E95855"/>
              </a:solidFill>
            </a:ln>
          </p:spPr>
          <p:txBody>
            <a:bodyPr wrap="square" lIns="0" tIns="0" rIns="0" bIns="0" rtlCol="0"/>
            <a:lstStyle/>
            <a:p>
              <a:endParaRPr sz="2400"/>
            </a:p>
          </p:txBody>
        </p:sp>
      </p:grpSp>
      <p:sp>
        <p:nvSpPr>
          <p:cNvPr id="14" name="object 14"/>
          <p:cNvSpPr txBox="1"/>
          <p:nvPr/>
        </p:nvSpPr>
        <p:spPr>
          <a:xfrm>
            <a:off x="9178455" y="766020"/>
            <a:ext cx="2248747" cy="755015"/>
          </a:xfrm>
          <a:prstGeom prst="rect">
            <a:avLst/>
          </a:prstGeom>
        </p:spPr>
        <p:txBody>
          <a:bodyPr vert="horz" wrap="square" lIns="0" tIns="16933" rIns="0" bIns="0" rtlCol="0">
            <a:spAutoFit/>
          </a:bodyPr>
          <a:lstStyle/>
          <a:p>
            <a:pPr marL="12700" marR="5080">
              <a:lnSpc>
                <a:spcPct val="150000"/>
              </a:lnSpc>
              <a:spcBef>
                <a:spcPts val="100"/>
              </a:spcBef>
            </a:pPr>
            <a:r>
              <a:rPr sz="1600" dirty="0">
                <a:solidFill>
                  <a:srgbClr val="0D66EB"/>
                </a:solidFill>
                <a:latin typeface="Verdana" panose="020B0604030504040204"/>
                <a:cs typeface="Verdana" panose="020B0604030504040204"/>
              </a:rPr>
              <a:t>Click</a:t>
            </a:r>
            <a:r>
              <a:rPr sz="1600" spc="-85" dirty="0">
                <a:solidFill>
                  <a:srgbClr val="0D66EB"/>
                </a:solidFill>
                <a:latin typeface="Verdana" panose="020B0604030504040204"/>
                <a:cs typeface="Verdana" panose="020B0604030504040204"/>
              </a:rPr>
              <a:t> </a:t>
            </a:r>
            <a:r>
              <a:rPr sz="1600" dirty="0">
                <a:solidFill>
                  <a:srgbClr val="0D66EB"/>
                </a:solidFill>
                <a:latin typeface="Verdana" panose="020B0604030504040204"/>
                <a:cs typeface="Verdana" panose="020B0604030504040204"/>
              </a:rPr>
              <a:t>Here</a:t>
            </a:r>
            <a:r>
              <a:rPr sz="1600" spc="-80" dirty="0">
                <a:solidFill>
                  <a:srgbClr val="0D66EB"/>
                </a:solidFill>
                <a:latin typeface="Verdana" panose="020B0604030504040204"/>
                <a:cs typeface="Verdana" panose="020B0604030504040204"/>
              </a:rPr>
              <a:t> </a:t>
            </a:r>
            <a:r>
              <a:rPr sz="1600" dirty="0">
                <a:solidFill>
                  <a:srgbClr val="0D66EB"/>
                </a:solidFill>
                <a:latin typeface="Verdana" panose="020B0604030504040204"/>
                <a:cs typeface="Verdana" panose="020B0604030504040204"/>
              </a:rPr>
              <a:t>For</a:t>
            </a:r>
            <a:r>
              <a:rPr sz="1600" spc="-80" dirty="0">
                <a:solidFill>
                  <a:srgbClr val="0D66EB"/>
                </a:solidFill>
                <a:latin typeface="Verdana" panose="020B0604030504040204"/>
                <a:cs typeface="Verdana" panose="020B0604030504040204"/>
              </a:rPr>
              <a:t> </a:t>
            </a:r>
            <a:r>
              <a:rPr sz="1600" spc="-30" dirty="0">
                <a:solidFill>
                  <a:srgbClr val="0D66EB"/>
                </a:solidFill>
                <a:latin typeface="Verdana" panose="020B0604030504040204"/>
                <a:cs typeface="Verdana" panose="020B0604030504040204"/>
              </a:rPr>
              <a:t>text</a:t>
            </a:r>
            <a:r>
              <a:rPr sz="1600" spc="-80" dirty="0">
                <a:solidFill>
                  <a:srgbClr val="0D66EB"/>
                </a:solidFill>
                <a:latin typeface="Verdana" panose="020B0604030504040204"/>
                <a:cs typeface="Verdana" panose="020B0604030504040204"/>
              </a:rPr>
              <a:t> </a:t>
            </a:r>
            <a:r>
              <a:rPr sz="1600" spc="-25" dirty="0">
                <a:solidFill>
                  <a:srgbClr val="0D66EB"/>
                </a:solidFill>
                <a:latin typeface="Verdana" panose="020B0604030504040204"/>
                <a:cs typeface="Verdana" panose="020B0604030504040204"/>
              </a:rPr>
              <a:t>ﬁle </a:t>
            </a:r>
            <a:r>
              <a:rPr sz="1600" u="heavy" dirty="0">
                <a:solidFill>
                  <a:srgbClr val="373737"/>
                </a:solidFill>
                <a:uFill>
                  <a:solidFill>
                    <a:srgbClr val="373737"/>
                  </a:solidFill>
                </a:uFill>
                <a:latin typeface="Verdana" panose="020B0604030504040204"/>
                <a:cs typeface="Verdana" panose="020B0604030504040204"/>
              </a:rPr>
              <a:t>Image</a:t>
            </a:r>
            <a:r>
              <a:rPr sz="1600" u="heavy" spc="-105" dirty="0">
                <a:solidFill>
                  <a:srgbClr val="373737"/>
                </a:solidFill>
                <a:uFill>
                  <a:solidFill>
                    <a:srgbClr val="373737"/>
                  </a:solidFill>
                </a:uFill>
                <a:latin typeface="Verdana" panose="020B0604030504040204"/>
                <a:cs typeface="Verdana" panose="020B0604030504040204"/>
              </a:rPr>
              <a:t> </a:t>
            </a:r>
            <a:r>
              <a:rPr sz="1600" u="heavy" spc="-20" dirty="0">
                <a:solidFill>
                  <a:srgbClr val="373737"/>
                </a:solidFill>
                <a:uFill>
                  <a:solidFill>
                    <a:srgbClr val="373737"/>
                  </a:solidFill>
                </a:uFill>
                <a:latin typeface="Verdana" panose="020B0604030504040204"/>
                <a:cs typeface="Verdana" panose="020B0604030504040204"/>
              </a:rPr>
              <a:t>File</a:t>
            </a:r>
            <a:endParaRPr sz="1600">
              <a:latin typeface="Verdana" panose="020B0604030504040204"/>
              <a:cs typeface="Verdana" panose="020B060403050404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63751" y="1958023"/>
            <a:ext cx="9211733" cy="570230"/>
          </a:xfrm>
          <a:prstGeom prst="rect">
            <a:avLst/>
          </a:prstGeom>
        </p:spPr>
        <p:txBody>
          <a:bodyPr vert="horz" wrap="square" lIns="0" tIns="16933" rIns="0" bIns="0" rtlCol="0">
            <a:spAutoFit/>
          </a:bodyPr>
          <a:lstStyle/>
          <a:p>
            <a:pPr marL="12700">
              <a:lnSpc>
                <a:spcPct val="100000"/>
              </a:lnSpc>
              <a:spcBef>
                <a:spcPts val="100"/>
              </a:spcBef>
            </a:pPr>
            <a:r>
              <a:rPr spc="-200" dirty="0"/>
              <a:t>Exercise</a:t>
            </a:r>
            <a:endParaRPr spc="-200" dirty="0"/>
          </a:p>
        </p:txBody>
      </p:sp>
      <p:sp>
        <p:nvSpPr>
          <p:cNvPr id="3" name="object 3"/>
          <p:cNvSpPr txBox="1"/>
          <p:nvPr/>
        </p:nvSpPr>
        <p:spPr>
          <a:xfrm>
            <a:off x="1700133" y="3125621"/>
            <a:ext cx="6801273" cy="1742440"/>
          </a:xfrm>
          <a:prstGeom prst="rect">
            <a:avLst/>
          </a:prstGeom>
        </p:spPr>
        <p:txBody>
          <a:bodyPr vert="horz" wrap="square" lIns="0" tIns="16933" rIns="0" bIns="0" rtlCol="0">
            <a:spAutoFit/>
          </a:bodyPr>
          <a:lstStyle/>
          <a:p>
            <a:pPr marL="198755" marR="5080" indent="-186690">
              <a:lnSpc>
                <a:spcPct val="150000"/>
              </a:lnSpc>
              <a:spcBef>
                <a:spcPts val="100"/>
              </a:spcBef>
            </a:pPr>
            <a:r>
              <a:rPr sz="3735" dirty="0">
                <a:solidFill>
                  <a:srgbClr val="0D66EB"/>
                </a:solidFill>
                <a:latin typeface="Verdana" panose="020B0604030504040204"/>
                <a:cs typeface="Verdana" panose="020B0604030504040204"/>
              </a:rPr>
              <a:t>For</a:t>
            </a:r>
            <a:r>
              <a:rPr sz="3735" spc="-135" dirty="0">
                <a:solidFill>
                  <a:srgbClr val="0D66EB"/>
                </a:solidFill>
                <a:latin typeface="Verdana" panose="020B0604030504040204"/>
                <a:cs typeface="Verdana" panose="020B0604030504040204"/>
              </a:rPr>
              <a:t> </a:t>
            </a:r>
            <a:r>
              <a:rPr sz="3735" dirty="0">
                <a:solidFill>
                  <a:srgbClr val="0D66EB"/>
                </a:solidFill>
                <a:latin typeface="Verdana" panose="020B0604030504040204"/>
                <a:cs typeface="Verdana" panose="020B0604030504040204"/>
              </a:rPr>
              <a:t>template</a:t>
            </a:r>
            <a:r>
              <a:rPr sz="3735" spc="-135" dirty="0">
                <a:solidFill>
                  <a:srgbClr val="0D66EB"/>
                </a:solidFill>
                <a:latin typeface="Verdana" panose="020B0604030504040204"/>
                <a:cs typeface="Verdana" panose="020B0604030504040204"/>
              </a:rPr>
              <a:t> </a:t>
            </a:r>
            <a:r>
              <a:rPr sz="3735" spc="-20" dirty="0">
                <a:solidFill>
                  <a:srgbClr val="0D66EB"/>
                </a:solidFill>
                <a:latin typeface="Verdana" panose="020B0604030504040204"/>
                <a:cs typeface="Verdana" panose="020B0604030504040204"/>
              </a:rPr>
              <a:t>ﬁle</a:t>
            </a:r>
            <a:r>
              <a:rPr sz="3735" spc="-135" dirty="0">
                <a:solidFill>
                  <a:srgbClr val="0D66EB"/>
                </a:solidFill>
                <a:latin typeface="Verdana" panose="020B0604030504040204"/>
                <a:cs typeface="Verdana" panose="020B0604030504040204"/>
              </a:rPr>
              <a:t> </a:t>
            </a:r>
            <a:r>
              <a:rPr sz="3735" dirty="0">
                <a:solidFill>
                  <a:srgbClr val="0D66EB"/>
                </a:solidFill>
                <a:latin typeface="Verdana" panose="020B0604030504040204"/>
                <a:cs typeface="Verdana" panose="020B0604030504040204"/>
              </a:rPr>
              <a:t>Click</a:t>
            </a:r>
            <a:r>
              <a:rPr sz="3735" spc="-130" dirty="0">
                <a:solidFill>
                  <a:srgbClr val="0D66EB"/>
                </a:solidFill>
                <a:latin typeface="Verdana" panose="020B0604030504040204"/>
                <a:cs typeface="Verdana" panose="020B0604030504040204"/>
              </a:rPr>
              <a:t> </a:t>
            </a:r>
            <a:r>
              <a:rPr sz="3735" spc="50" dirty="0">
                <a:solidFill>
                  <a:srgbClr val="0D66EB"/>
                </a:solidFill>
                <a:latin typeface="Verdana" panose="020B0604030504040204"/>
                <a:cs typeface="Verdana" panose="020B0604030504040204"/>
              </a:rPr>
              <a:t>Below </a:t>
            </a:r>
            <a:r>
              <a:rPr sz="3735" u="heavy" dirty="0">
                <a:solidFill>
                  <a:srgbClr val="373737"/>
                </a:solidFill>
                <a:uFill>
                  <a:solidFill>
                    <a:srgbClr val="373737"/>
                  </a:solidFill>
                </a:uFill>
                <a:latin typeface="Verdana" panose="020B0604030504040204"/>
                <a:cs typeface="Verdana" panose="020B0604030504040204"/>
              </a:rPr>
              <a:t>Template</a:t>
            </a:r>
            <a:r>
              <a:rPr sz="3735" u="heavy" spc="-235" dirty="0">
                <a:solidFill>
                  <a:srgbClr val="373737"/>
                </a:solidFill>
                <a:uFill>
                  <a:solidFill>
                    <a:srgbClr val="373737"/>
                  </a:solidFill>
                </a:uFill>
                <a:latin typeface="Verdana" panose="020B0604030504040204"/>
                <a:cs typeface="Verdana" panose="020B0604030504040204"/>
              </a:rPr>
              <a:t> </a:t>
            </a:r>
            <a:r>
              <a:rPr sz="3735" u="heavy" spc="-20" dirty="0">
                <a:solidFill>
                  <a:srgbClr val="373737"/>
                </a:solidFill>
                <a:uFill>
                  <a:solidFill>
                    <a:srgbClr val="373737"/>
                  </a:solidFill>
                </a:uFill>
                <a:latin typeface="Verdana" panose="020B0604030504040204"/>
                <a:cs typeface="Verdana" panose="020B0604030504040204"/>
              </a:rPr>
              <a:t>File</a:t>
            </a:r>
            <a:endParaRPr sz="3735">
              <a:latin typeface="Verdana" panose="020B0604030504040204"/>
              <a:cs typeface="Verdana" panose="020B060403050404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63751" y="1958023"/>
            <a:ext cx="9211733" cy="570230"/>
          </a:xfrm>
          <a:prstGeom prst="rect">
            <a:avLst/>
          </a:prstGeom>
        </p:spPr>
        <p:txBody>
          <a:bodyPr vert="horz" wrap="square" lIns="0" tIns="16933" rIns="0" bIns="0" rtlCol="0">
            <a:spAutoFit/>
          </a:bodyPr>
          <a:lstStyle/>
          <a:p>
            <a:pPr marL="12700">
              <a:lnSpc>
                <a:spcPct val="100000"/>
              </a:lnSpc>
              <a:spcBef>
                <a:spcPts val="100"/>
              </a:spcBef>
            </a:pPr>
            <a:r>
              <a:rPr spc="-200" dirty="0"/>
              <a:t>Exercise</a:t>
            </a:r>
            <a:endParaRPr spc="-200" dirty="0"/>
          </a:p>
        </p:txBody>
      </p:sp>
      <p:sp>
        <p:nvSpPr>
          <p:cNvPr id="3" name="object 3"/>
          <p:cNvSpPr txBox="1"/>
          <p:nvPr/>
        </p:nvSpPr>
        <p:spPr>
          <a:xfrm>
            <a:off x="1700133" y="3410101"/>
            <a:ext cx="4759113" cy="591185"/>
          </a:xfrm>
          <a:prstGeom prst="rect">
            <a:avLst/>
          </a:prstGeom>
        </p:spPr>
        <p:txBody>
          <a:bodyPr vert="horz" wrap="square" lIns="0" tIns="16933" rIns="0" bIns="0" rtlCol="0">
            <a:spAutoFit/>
          </a:bodyPr>
          <a:lstStyle/>
          <a:p>
            <a:pPr marL="12700">
              <a:lnSpc>
                <a:spcPct val="100000"/>
              </a:lnSpc>
              <a:spcBef>
                <a:spcPts val="100"/>
              </a:spcBef>
            </a:pPr>
            <a:r>
              <a:rPr sz="3735" dirty="0">
                <a:solidFill>
                  <a:srgbClr val="0D66EB"/>
                </a:solidFill>
                <a:latin typeface="Verdana" panose="020B0604030504040204"/>
                <a:cs typeface="Verdana" panose="020B0604030504040204"/>
              </a:rPr>
              <a:t>Code</a:t>
            </a:r>
            <a:r>
              <a:rPr sz="3735" spc="-130" dirty="0">
                <a:solidFill>
                  <a:srgbClr val="0D66EB"/>
                </a:solidFill>
                <a:latin typeface="Verdana" panose="020B0604030504040204"/>
                <a:cs typeface="Verdana" panose="020B0604030504040204"/>
              </a:rPr>
              <a:t> </a:t>
            </a:r>
            <a:r>
              <a:rPr sz="3735" dirty="0">
                <a:solidFill>
                  <a:srgbClr val="0D66EB"/>
                </a:solidFill>
                <a:latin typeface="Verdana" panose="020B0604030504040204"/>
                <a:cs typeface="Verdana" panose="020B0604030504040204"/>
              </a:rPr>
              <a:t>File</a:t>
            </a:r>
            <a:r>
              <a:rPr sz="3735" spc="-130" dirty="0">
                <a:solidFill>
                  <a:srgbClr val="0D66EB"/>
                </a:solidFill>
                <a:latin typeface="Verdana" panose="020B0604030504040204"/>
                <a:cs typeface="Verdana" panose="020B0604030504040204"/>
              </a:rPr>
              <a:t> </a:t>
            </a:r>
            <a:r>
              <a:rPr sz="3735" u="heavy" dirty="0">
                <a:solidFill>
                  <a:srgbClr val="373737"/>
                </a:solidFill>
                <a:uFill>
                  <a:solidFill>
                    <a:srgbClr val="373737"/>
                  </a:solidFill>
                </a:uFill>
                <a:latin typeface="Verdana" panose="020B0604030504040204"/>
                <a:cs typeface="Verdana" panose="020B0604030504040204"/>
              </a:rPr>
              <a:t>Click</a:t>
            </a:r>
            <a:r>
              <a:rPr sz="3735" u="heavy" spc="-125" dirty="0">
                <a:solidFill>
                  <a:srgbClr val="373737"/>
                </a:solidFill>
                <a:uFill>
                  <a:solidFill>
                    <a:srgbClr val="373737"/>
                  </a:solidFill>
                </a:uFill>
                <a:latin typeface="Verdana" panose="020B0604030504040204"/>
                <a:cs typeface="Verdana" panose="020B0604030504040204"/>
              </a:rPr>
              <a:t> </a:t>
            </a:r>
            <a:r>
              <a:rPr sz="3735" u="heavy" spc="-20" dirty="0">
                <a:solidFill>
                  <a:srgbClr val="373737"/>
                </a:solidFill>
                <a:uFill>
                  <a:solidFill>
                    <a:srgbClr val="373737"/>
                  </a:solidFill>
                </a:uFill>
                <a:latin typeface="Verdana" panose="020B0604030504040204"/>
                <a:cs typeface="Verdana" panose="020B0604030504040204"/>
              </a:rPr>
              <a:t>Here</a:t>
            </a:r>
            <a:endParaRPr sz="3735">
              <a:latin typeface="Verdana" panose="020B0604030504040204"/>
              <a:cs typeface="Verdana" panose="020B0604030504040204"/>
            </a:endParaRPr>
          </a:p>
        </p:txBody>
      </p:sp>
    </p:spTree>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8914</Words>
  <Application>WPS Presentation</Application>
  <PresentationFormat>Widescreen</PresentationFormat>
  <Paragraphs>332</Paragraphs>
  <Slides>31</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31</vt:i4>
      </vt:variant>
    </vt:vector>
  </HeadingPairs>
  <TitlesOfParts>
    <vt:vector size="49" baseType="lpstr">
      <vt:lpstr>Arial</vt:lpstr>
      <vt:lpstr>SimSun</vt:lpstr>
      <vt:lpstr>Wingdings</vt:lpstr>
      <vt:lpstr>Arial</vt:lpstr>
      <vt:lpstr>Lato</vt:lpstr>
      <vt:lpstr>Calibri</vt:lpstr>
      <vt:lpstr>Poppins</vt:lpstr>
      <vt:lpstr>Anaheim</vt:lpstr>
      <vt:lpstr>Tahoma</vt:lpstr>
      <vt:lpstr>Microsoft YaHei</vt:lpstr>
      <vt:lpstr>Arial Unicode MS</vt:lpstr>
      <vt:lpstr>Segoe Print</vt:lpstr>
      <vt:lpstr>Consolas</vt:lpstr>
      <vt:lpstr>Microsoft Sans Serif</vt:lpstr>
      <vt:lpstr>Verdana</vt:lpstr>
      <vt:lpstr>Arial Black</vt:lpstr>
      <vt:lpstr>MV Boli</vt:lpstr>
      <vt:lpstr>Gear Drives</vt:lpstr>
      <vt:lpstr>05</vt:lpstr>
      <vt:lpstr>02</vt:lpstr>
      <vt:lpstr>API</vt:lpstr>
      <vt:lpstr>PowerPoint 演示文稿</vt:lpstr>
      <vt:lpstr>PowerPoint 演示文稿</vt:lpstr>
      <vt:lpstr>PowerPoint 演示文稿</vt:lpstr>
      <vt:lpstr>How it works: </vt:lpstr>
      <vt:lpstr>PowerPoint 演示文稿</vt:lpstr>
      <vt:lpstr>Making API Requests in Python </vt:lpstr>
      <vt:lpstr>The basics of API requests</vt:lpstr>
      <vt:lpstr>GET requests </vt:lpstr>
      <vt:lpstr>PowerPoint 演示文稿</vt:lpstr>
      <vt:lpstr>Understanding API Status Codes </vt:lpstr>
      <vt:lpstr>Working with Cocktail DB:</vt:lpstr>
      <vt:lpstr>Get Request</vt:lpstr>
      <vt:lpstr>Exercise</vt:lpstr>
      <vt:lpstr>Exercise</vt:lpstr>
      <vt:lpstr>Exercise</vt:lpstr>
      <vt:lpstr>PowerPoint 演示文稿</vt:lpstr>
      <vt:lpstr>PowerPoint 演示文稿</vt:lpstr>
      <vt:lpstr>PowerPoint 演示文稿</vt:lpstr>
      <vt:lpstr>PowerPoint 演示文稿</vt:lpstr>
      <vt:lpstr>Exercise</vt:lpstr>
      <vt:lpstr>PowerPoint 演示文稿</vt:lpstr>
      <vt:lpstr>Exercise</vt:lpstr>
      <vt:lpstr>Exercise</vt:lpstr>
      <vt:lpstr>Exercise</vt:lpstr>
      <vt:lpstr>Exercise</vt:lpstr>
      <vt:lpstr>Second Frame</vt:lpstr>
      <vt:lpstr>Exercise</vt:lpstr>
      <vt:lpstr>Exercise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dell</dc:creator>
  <cp:lastModifiedBy>Amritha Dhanesh</cp:lastModifiedBy>
  <cp:revision>6</cp:revision>
  <dcterms:created xsi:type="dcterms:W3CDTF">2025-07-23T00:59:00Z</dcterms:created>
  <dcterms:modified xsi:type="dcterms:W3CDTF">2025-11-24T10:17:43Z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1033-12.2.0.23155</vt:lpwstr>
  </property>
</Properties>
</file>