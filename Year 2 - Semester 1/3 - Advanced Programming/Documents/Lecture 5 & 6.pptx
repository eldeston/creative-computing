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368" r:id="rId3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81" r:id="rId15"/>
    <p:sldId id="382" r:id="rId16"/>
    <p:sldId id="383" r:id="rId17"/>
    <p:sldId id="384" r:id="rId18"/>
    <p:sldId id="385" r:id="rId19"/>
    <p:sldId id="396" r:id="rId20"/>
    <p:sldId id="386" r:id="rId21"/>
    <p:sldId id="387" r:id="rId22"/>
    <p:sldId id="397" r:id="rId23"/>
    <p:sldId id="398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9" r:id="rId33"/>
    <p:sldId id="400" r:id="rId34"/>
    <p:sldId id="401" r:id="rId35"/>
    <p:sldId id="402" r:id="rId36"/>
    <p:sldId id="403" r:id="rId37"/>
    <p:sldId id="404" r:id="rId38"/>
    <p:sldId id="405" r:id="rId39"/>
    <p:sldId id="406" r:id="rId40"/>
    <p:sldId id="407" r:id="rId41"/>
    <p:sldId id="408" r:id="rId42"/>
    <p:sldId id="415" r:id="rId43"/>
    <p:sldId id="409" r:id="rId44"/>
    <p:sldId id="410" r:id="rId45"/>
    <p:sldId id="411" r:id="rId46"/>
    <p:sldId id="412" r:id="rId47"/>
    <p:sldId id="413" r:id="rId48"/>
    <p:sldId id="414" r:id="rId49"/>
    <p:sldId id="416" r:id="rId50"/>
    <p:sldId id="417" r:id="rId51"/>
    <p:sldId id="379" r:id="rId52"/>
  </p:sldIdLst>
  <p:sldSz cx="9144000" cy="5143500" type="screen16x9"/>
  <p:notesSz cx="6858000" cy="9144000"/>
  <p:embeddedFontLst>
    <p:embeddedFont>
      <p:font typeface="Poppins" panose="00000500000000000000"/>
      <p:regular r:id="rId56"/>
    </p:embeddedFont>
    <p:embeddedFont>
      <p:font typeface="Lato" panose="020F0502020204030203"/>
      <p:regular r:id="rId57"/>
    </p:embeddedFont>
    <p:embeddedFont>
      <p:font typeface="Lato Light" panose="020F0502020204030203"/>
      <p:regular r:id="rId58"/>
    </p:embeddedFont>
    <p:embeddedFont>
      <p:font typeface="Bebas Neue" panose="020B0606020202050201"/>
      <p:regular r:id="rId59"/>
    </p:embeddedFont>
    <p:embeddedFont>
      <p:font typeface="PT Sans" panose="020B0503020203020204"/>
      <p:regular r:id="rId60"/>
    </p:embeddedFont>
    <p:embeddedFont>
      <p:font typeface="Raleway"/>
      <p:regular r:id="rId61"/>
      <p:bold r:id="rId62"/>
      <p:italic r:id="rId63"/>
      <p:boldItalic r:id="rId64"/>
    </p:embeddedFont>
    <p:embeddedFont>
      <p:font typeface="Consolas" panose="020B0609020204030204"/>
      <p:regular r:id="rId65"/>
      <p:bold r:id="rId66"/>
      <p:italic r:id="rId67"/>
      <p:boldItalic r:id="rId68"/>
    </p:embeddedFont>
    <p:embeddedFont>
      <p:font typeface="Algerian" panose="04020705040A02060702" pitchFamily="82" charset="0"/>
      <p:regular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7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9" Type="http://schemas.openxmlformats.org/officeDocument/2006/relationships/font" Target="fonts/font14.fntdata"/><Relationship Id="rId68" Type="http://schemas.openxmlformats.org/officeDocument/2006/relationships/font" Target="fonts/font13.fntdata"/><Relationship Id="rId67" Type="http://schemas.openxmlformats.org/officeDocument/2006/relationships/font" Target="fonts/font12.fntdata"/><Relationship Id="rId66" Type="http://schemas.openxmlformats.org/officeDocument/2006/relationships/font" Target="fonts/font11.fntdata"/><Relationship Id="rId65" Type="http://schemas.openxmlformats.org/officeDocument/2006/relationships/font" Target="fonts/font10.fntdata"/><Relationship Id="rId64" Type="http://schemas.openxmlformats.org/officeDocument/2006/relationships/font" Target="fonts/font9.fntdata"/><Relationship Id="rId63" Type="http://schemas.openxmlformats.org/officeDocument/2006/relationships/font" Target="fonts/font8.fntdata"/><Relationship Id="rId62" Type="http://schemas.openxmlformats.org/officeDocument/2006/relationships/font" Target="fonts/font7.fntdata"/><Relationship Id="rId61" Type="http://schemas.openxmlformats.org/officeDocument/2006/relationships/font" Target="fonts/font6.fntdata"/><Relationship Id="rId60" Type="http://schemas.openxmlformats.org/officeDocument/2006/relationships/font" Target="fonts/font5.fntdata"/><Relationship Id="rId6" Type="http://schemas.openxmlformats.org/officeDocument/2006/relationships/slide" Target="slides/slide3.xml"/><Relationship Id="rId59" Type="http://schemas.openxmlformats.org/officeDocument/2006/relationships/font" Target="fonts/font4.fntdata"/><Relationship Id="rId58" Type="http://schemas.openxmlformats.org/officeDocument/2006/relationships/font" Target="fonts/font3.fntdata"/><Relationship Id="rId57" Type="http://schemas.openxmlformats.org/officeDocument/2006/relationships/font" Target="fonts/font2.fntdata"/><Relationship Id="rId56" Type="http://schemas.openxmlformats.org/officeDocument/2006/relationships/font" Target="fonts/font1.fntdata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3" name="Google Shape;1763;p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3" name="Google Shape;1773;p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3" name="Google Shape;1783;p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3" name="Google Shape;1793;p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3" name="Google Shape;1803;p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3" name="Google Shape;1813;p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2c01f428c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4" name="Google Shape;1824;g2c01f428c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2c01f428c5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4" name="Google Shape;1834;g2c01f428c5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2" name="Google Shape;1842;p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/>
              <a:t>100 pixels wide and 100 pixels high</a:t>
            </a: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1" name="Google Shape;1851;p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2c01f428c5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2" name="Google Shape;1862;g2c01f428c5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10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2" name="Google Shape;1562;p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10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5" name="Google Shape;1575;p1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 panose="02000503000000000000"/>
              <a:ea typeface="Anaheim" panose="02000503000000000000"/>
              <a:cs typeface="Anaheim" panose="02000503000000000000"/>
              <a:sym typeface="Anaheim" panose="0200050300000000000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0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7" name="Google Shape;1607;p1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0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5" name="Google Shape;1615;p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0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3" name="Google Shape;1623;p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0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3" name="Google Shape;1623;p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0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1" name="Google Shape;1631;p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1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9" name="Google Shape;1639;p1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7" name="Google Shape;487;p9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1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7" name="Google Shape;1647;p1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1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5" name="Google Shape;1655;p1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11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4" name="Google Shape;1664;p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1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6" name="Google Shape;1676;p1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1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5" name="Google Shape;1685;p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1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5" name="Google Shape;1695;p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1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5" name="Google Shape;1705;p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11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4" name="Google Shape;1714;p1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0" name="Google Shape;540;p16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1" name="Google Shape;611;p24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6" name="Google Shape;616;p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8" name="Google Shape;628;p26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p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3" name="Google Shape;643;p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3" name="Google Shape;653;p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7" name="Google Shape;667;p31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7856925" y="3725245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" name="Google Shape;52;p8"/>
          <p:cNvSpPr/>
          <p:nvPr/>
        </p:nvSpPr>
        <p:spPr>
          <a:xfrm rot="-8598636">
            <a:off x="-986011" y="800483"/>
            <a:ext cx="1492690" cy="1867091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53" name="Google Shape;53;p8"/>
          <p:cNvGrpSpPr/>
          <p:nvPr/>
        </p:nvGrpSpPr>
        <p:grpSpPr>
          <a:xfrm>
            <a:off x="186765" y="3075875"/>
            <a:ext cx="360758" cy="258297"/>
            <a:chOff x="4992850" y="4345375"/>
            <a:chExt cx="607336" cy="638400"/>
          </a:xfrm>
        </p:grpSpPr>
        <p:sp>
          <p:nvSpPr>
            <p:cNvPr id="54" name="Google Shape;54;p8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6" name="Google Shape;56;p8"/>
          <p:cNvSpPr/>
          <p:nvPr/>
        </p:nvSpPr>
        <p:spPr>
          <a:xfrm>
            <a:off x="8534500" y="25717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57" name="Google Shape;57;p8"/>
          <p:cNvGrpSpPr/>
          <p:nvPr/>
        </p:nvGrpSpPr>
        <p:grpSpPr>
          <a:xfrm>
            <a:off x="139422" y="1258621"/>
            <a:ext cx="234195" cy="188409"/>
            <a:chOff x="5151797" y="479071"/>
            <a:chExt cx="234195" cy="188409"/>
          </a:xfrm>
        </p:grpSpPr>
        <p:sp>
          <p:nvSpPr>
            <p:cNvPr id="58" name="Google Shape;58;p8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60" name="Google Shape;60;p8"/>
          <p:cNvGrpSpPr/>
          <p:nvPr/>
        </p:nvGrpSpPr>
        <p:grpSpPr>
          <a:xfrm>
            <a:off x="8687454" y="4050122"/>
            <a:ext cx="234788" cy="188409"/>
            <a:chOff x="6428979" y="917397"/>
            <a:chExt cx="234788" cy="188409"/>
          </a:xfrm>
        </p:grpSpPr>
        <p:sp>
          <p:nvSpPr>
            <p:cNvPr id="61" name="Google Shape;61;p8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3" name="Google Shape;63;p8"/>
          <p:cNvSpPr/>
          <p:nvPr/>
        </p:nvSpPr>
        <p:spPr>
          <a:xfrm>
            <a:off x="8749600" y="33341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8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2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 panose="020F0502020204030203"/>
              <a:buChar char="●"/>
              <a:defRPr sz="12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6" name="Google Shape;66;p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5055284" y="3738649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" name="Google Shape;70;p9"/>
          <p:cNvSpPr txBox="1">
            <a:spLocks noGrp="1"/>
          </p:cNvSpPr>
          <p:nvPr>
            <p:ph type="subTitle" idx="2"/>
          </p:nvPr>
        </p:nvSpPr>
        <p:spPr>
          <a:xfrm>
            <a:off x="1583300" y="3738649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" name="Google Shape;71;p9"/>
          <p:cNvSpPr txBox="1">
            <a:spLocks noGrp="1"/>
          </p:cNvSpPr>
          <p:nvPr>
            <p:ph type="subTitle" idx="3"/>
          </p:nvPr>
        </p:nvSpPr>
        <p:spPr>
          <a:xfrm>
            <a:off x="5055275" y="3242150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72" name="Google Shape;72;p9"/>
          <p:cNvSpPr txBox="1">
            <a:spLocks noGrp="1"/>
          </p:cNvSpPr>
          <p:nvPr>
            <p:ph type="subTitle" idx="4"/>
          </p:nvPr>
        </p:nvSpPr>
        <p:spPr>
          <a:xfrm>
            <a:off x="1583075" y="3242150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73" name="Google Shape;73;p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" name="Google Shape;74;p9"/>
          <p:cNvSpPr/>
          <p:nvPr/>
        </p:nvSpPr>
        <p:spPr>
          <a:xfrm rot="2256459" flipH="1">
            <a:off x="-1314778" y="2364914"/>
            <a:ext cx="2210833" cy="2142776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8462279" y="612607"/>
            <a:ext cx="1607998" cy="2011357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6" name="Google Shape;76;p9"/>
          <p:cNvGrpSpPr/>
          <p:nvPr/>
        </p:nvGrpSpPr>
        <p:grpSpPr>
          <a:xfrm>
            <a:off x="245040" y="2658850"/>
            <a:ext cx="360758" cy="258297"/>
            <a:chOff x="4992850" y="4345375"/>
            <a:chExt cx="607336" cy="638400"/>
          </a:xfrm>
        </p:grpSpPr>
        <p:sp>
          <p:nvSpPr>
            <p:cNvPr id="77" name="Google Shape;77;p9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9" name="Google Shape;79;p9"/>
          <p:cNvSpPr/>
          <p:nvPr/>
        </p:nvSpPr>
        <p:spPr>
          <a:xfrm>
            <a:off x="8898775" y="11832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80" name="Google Shape;80;p9"/>
          <p:cNvGrpSpPr/>
          <p:nvPr/>
        </p:nvGrpSpPr>
        <p:grpSpPr>
          <a:xfrm>
            <a:off x="175847" y="3903221"/>
            <a:ext cx="234195" cy="188409"/>
            <a:chOff x="5151797" y="479071"/>
            <a:chExt cx="234195" cy="188409"/>
          </a:xfrm>
        </p:grpSpPr>
        <p:sp>
          <p:nvSpPr>
            <p:cNvPr id="81" name="Google Shape;81;p9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83" name="Google Shape;83;p9"/>
          <p:cNvGrpSpPr/>
          <p:nvPr/>
        </p:nvGrpSpPr>
        <p:grpSpPr>
          <a:xfrm>
            <a:off x="8729554" y="3525597"/>
            <a:ext cx="234788" cy="188409"/>
            <a:chOff x="6428979" y="917397"/>
            <a:chExt cx="234788" cy="188409"/>
          </a:xfrm>
        </p:grpSpPr>
        <p:sp>
          <p:nvSpPr>
            <p:cNvPr id="84" name="Google Shape;84;p9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" name="Google Shape;88;p10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3843900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9" name="Google Shape;89;p10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5805300" y="44748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239100" y="11836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713225" y="1111925"/>
            <a:ext cx="4572900" cy="17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p1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>
            <a:spLocks noGrp="1"/>
          </p:cNvSpPr>
          <p:nvPr>
            <p:ph type="title"/>
          </p:nvPr>
        </p:nvSpPr>
        <p:spPr>
          <a:xfrm>
            <a:off x="4799175" y="1363000"/>
            <a:ext cx="36318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>
            <a:off x="4799175" y="2491420"/>
            <a:ext cx="36318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8617000" y="20445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998247" y="383746"/>
            <a:ext cx="122220" cy="188409"/>
          </a:xfrm>
          <a:custGeom>
            <a:avLst/>
            <a:gdLst/>
            <a:ahLst/>
            <a:cxnLst/>
            <a:rect l="l" t="t" r="r" b="b"/>
            <a:pathLst>
              <a:path w="1444" h="2226" extrusionOk="0">
                <a:moveTo>
                  <a:pt x="1234" y="0"/>
                </a:moveTo>
                <a:cubicBezTo>
                  <a:pt x="1175" y="0"/>
                  <a:pt x="1109" y="21"/>
                  <a:pt x="1062" y="68"/>
                </a:cubicBezTo>
                <a:lnTo>
                  <a:pt x="1" y="1165"/>
                </a:lnTo>
                <a:lnTo>
                  <a:pt x="1062" y="2162"/>
                </a:lnTo>
                <a:cubicBezTo>
                  <a:pt x="1118" y="2190"/>
                  <a:pt x="1175" y="2226"/>
                  <a:pt x="1203" y="2226"/>
                </a:cubicBezTo>
                <a:cubicBezTo>
                  <a:pt x="1267" y="2226"/>
                  <a:pt x="1324" y="2190"/>
                  <a:pt x="1380" y="2162"/>
                </a:cubicBezTo>
                <a:cubicBezTo>
                  <a:pt x="1444" y="2077"/>
                  <a:pt x="1444" y="1929"/>
                  <a:pt x="1352" y="1837"/>
                </a:cubicBezTo>
                <a:lnTo>
                  <a:pt x="616" y="1165"/>
                </a:lnTo>
                <a:lnTo>
                  <a:pt x="1380" y="365"/>
                </a:lnTo>
                <a:cubicBezTo>
                  <a:pt x="1444" y="280"/>
                  <a:pt x="1444" y="132"/>
                  <a:pt x="1352" y="40"/>
                </a:cubicBezTo>
                <a:cubicBezTo>
                  <a:pt x="1327" y="14"/>
                  <a:pt x="1282" y="0"/>
                  <a:pt x="1234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1107852" y="383746"/>
            <a:ext cx="124590" cy="188409"/>
          </a:xfrm>
          <a:custGeom>
            <a:avLst/>
            <a:gdLst/>
            <a:ahLst/>
            <a:cxnLst/>
            <a:rect l="l" t="t" r="r" b="b"/>
            <a:pathLst>
              <a:path w="1472" h="2226" extrusionOk="0">
                <a:moveTo>
                  <a:pt x="1240" y="0"/>
                </a:moveTo>
                <a:cubicBezTo>
                  <a:pt x="1174" y="0"/>
                  <a:pt x="1108" y="21"/>
                  <a:pt x="1062" y="68"/>
                </a:cubicBezTo>
                <a:lnTo>
                  <a:pt x="0" y="1165"/>
                </a:lnTo>
                <a:lnTo>
                  <a:pt x="1090" y="2162"/>
                </a:lnTo>
                <a:cubicBezTo>
                  <a:pt x="1118" y="2190"/>
                  <a:pt x="1182" y="2226"/>
                  <a:pt x="1210" y="2226"/>
                </a:cubicBezTo>
                <a:cubicBezTo>
                  <a:pt x="1267" y="2226"/>
                  <a:pt x="1323" y="2190"/>
                  <a:pt x="1387" y="2162"/>
                </a:cubicBezTo>
                <a:cubicBezTo>
                  <a:pt x="1472" y="2077"/>
                  <a:pt x="1444" y="1929"/>
                  <a:pt x="1359" y="1837"/>
                </a:cubicBezTo>
                <a:lnTo>
                  <a:pt x="616" y="1165"/>
                </a:lnTo>
                <a:lnTo>
                  <a:pt x="1387" y="365"/>
                </a:lnTo>
                <a:cubicBezTo>
                  <a:pt x="1472" y="280"/>
                  <a:pt x="1444" y="132"/>
                  <a:pt x="1387" y="40"/>
                </a:cubicBezTo>
                <a:cubicBezTo>
                  <a:pt x="1346" y="14"/>
                  <a:pt x="1293" y="0"/>
                  <a:pt x="1240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3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 hasCustomPrompt="1"/>
          </p:nvPr>
        </p:nvSpPr>
        <p:spPr>
          <a:xfrm>
            <a:off x="713225" y="966275"/>
            <a:ext cx="49767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1"/>
          </p:nvPr>
        </p:nvSpPr>
        <p:spPr>
          <a:xfrm>
            <a:off x="713225" y="2284468"/>
            <a:ext cx="49767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8" name="Google Shape;108;p1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8512650" y="10056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 rot="-5400000">
            <a:off x="7973900" y="246170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567075" y="8021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8781950" y="14004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14" name="Google Shape;114;p15"/>
          <p:cNvGrpSpPr/>
          <p:nvPr/>
        </p:nvGrpSpPr>
        <p:grpSpPr>
          <a:xfrm>
            <a:off x="8670104" y="4402872"/>
            <a:ext cx="234788" cy="188409"/>
            <a:chOff x="4424582" y="1819850"/>
            <a:chExt cx="98427" cy="78984"/>
          </a:xfrm>
        </p:grpSpPr>
        <p:sp>
          <p:nvSpPr>
            <p:cNvPr id="115" name="Google Shape;115;p15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15"/>
          <p:cNvSpPr/>
          <p:nvPr/>
        </p:nvSpPr>
        <p:spPr>
          <a:xfrm rot="-6789333">
            <a:off x="-1733103" y="1956216"/>
            <a:ext cx="2259312" cy="218976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19" name="Google Shape;119;p15"/>
          <p:cNvGrpSpPr/>
          <p:nvPr/>
        </p:nvGrpSpPr>
        <p:grpSpPr>
          <a:xfrm rot="10800000">
            <a:off x="190746" y="3262197"/>
            <a:ext cx="234788" cy="188409"/>
            <a:chOff x="4424582" y="1819850"/>
            <a:chExt cx="98427" cy="78984"/>
          </a:xfrm>
        </p:grpSpPr>
        <p:sp>
          <p:nvSpPr>
            <p:cNvPr id="120" name="Google Shape;120;p15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3" name="Google Shape;123;p15"/>
          <p:cNvSpPr txBox="1">
            <a:spLocks noGrp="1"/>
          </p:cNvSpPr>
          <p:nvPr>
            <p:ph type="subTitle" idx="1"/>
          </p:nvPr>
        </p:nvSpPr>
        <p:spPr>
          <a:xfrm>
            <a:off x="1121725" y="2301147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>
            <a:spLocks noGrp="1"/>
          </p:cNvSpPr>
          <p:nvPr>
            <p:ph type="subTitle" idx="2"/>
          </p:nvPr>
        </p:nvSpPr>
        <p:spPr>
          <a:xfrm>
            <a:off x="3820996" y="2301147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>
            <a:spLocks noGrp="1"/>
          </p:cNvSpPr>
          <p:nvPr>
            <p:ph type="subTitle" idx="3"/>
          </p:nvPr>
        </p:nvSpPr>
        <p:spPr>
          <a:xfrm>
            <a:off x="1121725" y="4034328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>
            <a:spLocks noGrp="1"/>
          </p:cNvSpPr>
          <p:nvPr>
            <p:ph type="subTitle" idx="4"/>
          </p:nvPr>
        </p:nvSpPr>
        <p:spPr>
          <a:xfrm>
            <a:off x="3820996" y="4034328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5"/>
          <p:cNvSpPr txBox="1">
            <a:spLocks noGrp="1"/>
          </p:cNvSpPr>
          <p:nvPr>
            <p:ph type="title" idx="5"/>
          </p:nvPr>
        </p:nvSpPr>
        <p:spPr>
          <a:xfrm>
            <a:off x="1121725" y="1238726"/>
            <a:ext cx="7347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" name="Google Shape;128;p15"/>
          <p:cNvSpPr txBox="1">
            <a:spLocks noGrp="1"/>
          </p:cNvSpPr>
          <p:nvPr>
            <p:ph type="title" idx="6"/>
          </p:nvPr>
        </p:nvSpPr>
        <p:spPr>
          <a:xfrm>
            <a:off x="1121725" y="2971389"/>
            <a:ext cx="7347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9" name="Google Shape;129;p15"/>
          <p:cNvSpPr txBox="1">
            <a:spLocks noGrp="1"/>
          </p:cNvSpPr>
          <p:nvPr>
            <p:ph type="title" idx="7"/>
          </p:nvPr>
        </p:nvSpPr>
        <p:spPr>
          <a:xfrm>
            <a:off x="3820996" y="1238726"/>
            <a:ext cx="7347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0" name="Google Shape;130;p15"/>
          <p:cNvSpPr txBox="1">
            <a:spLocks noGrp="1"/>
          </p:cNvSpPr>
          <p:nvPr>
            <p:ph type="title" idx="8"/>
          </p:nvPr>
        </p:nvSpPr>
        <p:spPr>
          <a:xfrm>
            <a:off x="3820996" y="2971389"/>
            <a:ext cx="7347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15"/>
          <p:cNvSpPr txBox="1">
            <a:spLocks noGrp="1"/>
          </p:cNvSpPr>
          <p:nvPr>
            <p:ph type="subTitle" idx="9"/>
          </p:nvPr>
        </p:nvSpPr>
        <p:spPr>
          <a:xfrm>
            <a:off x="1121725" y="1887187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32" name="Google Shape;132;p15"/>
          <p:cNvSpPr txBox="1">
            <a:spLocks noGrp="1"/>
          </p:cNvSpPr>
          <p:nvPr>
            <p:ph type="subTitle" idx="13"/>
          </p:nvPr>
        </p:nvSpPr>
        <p:spPr>
          <a:xfrm>
            <a:off x="3820996" y="1887187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33" name="Google Shape;133;p15"/>
          <p:cNvSpPr txBox="1">
            <a:spLocks noGrp="1"/>
          </p:cNvSpPr>
          <p:nvPr>
            <p:ph type="subTitle" idx="14"/>
          </p:nvPr>
        </p:nvSpPr>
        <p:spPr>
          <a:xfrm>
            <a:off x="1121725" y="36198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34" name="Google Shape;134;p15"/>
          <p:cNvSpPr txBox="1">
            <a:spLocks noGrp="1"/>
          </p:cNvSpPr>
          <p:nvPr>
            <p:ph type="subTitle" idx="15"/>
          </p:nvPr>
        </p:nvSpPr>
        <p:spPr>
          <a:xfrm>
            <a:off x="3820996" y="36198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713244" y="3705670"/>
            <a:ext cx="40590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7" name="Google Shape;137;p16"/>
          <p:cNvSpPr txBox="1">
            <a:spLocks noGrp="1"/>
          </p:cNvSpPr>
          <p:nvPr>
            <p:ph type="subTitle" idx="1"/>
          </p:nvPr>
        </p:nvSpPr>
        <p:spPr>
          <a:xfrm>
            <a:off x="713225" y="893100"/>
            <a:ext cx="4059000" cy="28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8" name="Google Shape;138;p1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04800" y="41447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40" name="Google Shape;140;p16"/>
          <p:cNvGrpSpPr/>
          <p:nvPr/>
        </p:nvGrpSpPr>
        <p:grpSpPr>
          <a:xfrm>
            <a:off x="295247" y="666221"/>
            <a:ext cx="234195" cy="188409"/>
            <a:chOff x="5151797" y="479071"/>
            <a:chExt cx="234195" cy="188409"/>
          </a:xfrm>
        </p:grpSpPr>
        <p:sp>
          <p:nvSpPr>
            <p:cNvPr id="141" name="Google Shape;141;p16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4641350" y="2377375"/>
            <a:ext cx="3790800" cy="8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" name="Google Shape;145;p17"/>
          <p:cNvSpPr txBox="1">
            <a:spLocks noGrp="1"/>
          </p:cNvSpPr>
          <p:nvPr>
            <p:ph type="title" idx="2"/>
          </p:nvPr>
        </p:nvSpPr>
        <p:spPr>
          <a:xfrm>
            <a:off x="6780125" y="1422091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17"/>
          <p:cNvSpPr txBox="1">
            <a:spLocks noGrp="1"/>
          </p:cNvSpPr>
          <p:nvPr>
            <p:ph type="subTitle" idx="1"/>
          </p:nvPr>
        </p:nvSpPr>
        <p:spPr>
          <a:xfrm>
            <a:off x="4641350" y="3314902"/>
            <a:ext cx="37908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8587325" y="39570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1" name="Google Shape;151;p18"/>
          <p:cNvSpPr/>
          <p:nvPr/>
        </p:nvSpPr>
        <p:spPr>
          <a:xfrm rot="6171912">
            <a:off x="-1505705" y="2211863"/>
            <a:ext cx="2259353" cy="2189802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18"/>
          <p:cNvSpPr/>
          <p:nvPr/>
        </p:nvSpPr>
        <p:spPr>
          <a:xfrm rot="-714313">
            <a:off x="8428959" y="157401"/>
            <a:ext cx="2230273" cy="1980546"/>
          </a:xfrm>
          <a:custGeom>
            <a:avLst/>
            <a:gdLst/>
            <a:ahLst/>
            <a:cxnLst/>
            <a:rect l="l" t="t" r="r" b="b"/>
            <a:pathLst>
              <a:path w="34750" h="30859" extrusionOk="0">
                <a:moveTo>
                  <a:pt x="19927" y="1"/>
                </a:moveTo>
                <a:cubicBezTo>
                  <a:pt x="17317" y="1"/>
                  <a:pt x="14720" y="895"/>
                  <a:pt x="13116" y="2899"/>
                </a:cubicBezTo>
                <a:cubicBezTo>
                  <a:pt x="11970" y="4342"/>
                  <a:pt x="11440" y="6203"/>
                  <a:pt x="10492" y="7795"/>
                </a:cubicBezTo>
                <a:cubicBezTo>
                  <a:pt x="9346" y="9768"/>
                  <a:pt x="7606" y="11332"/>
                  <a:pt x="5837" y="12832"/>
                </a:cubicBezTo>
                <a:cubicBezTo>
                  <a:pt x="4542" y="13949"/>
                  <a:pt x="3184" y="15074"/>
                  <a:pt x="2208" y="16517"/>
                </a:cubicBezTo>
                <a:cubicBezTo>
                  <a:pt x="262" y="19290"/>
                  <a:pt x="1" y="23118"/>
                  <a:pt x="1472" y="26153"/>
                </a:cubicBezTo>
                <a:cubicBezTo>
                  <a:pt x="2859" y="28926"/>
                  <a:pt x="5250" y="30135"/>
                  <a:pt x="8221" y="30312"/>
                </a:cubicBezTo>
                <a:cubicBezTo>
                  <a:pt x="12027" y="30574"/>
                  <a:pt x="15826" y="30786"/>
                  <a:pt x="19632" y="30843"/>
                </a:cubicBezTo>
                <a:cubicBezTo>
                  <a:pt x="20489" y="30852"/>
                  <a:pt x="21343" y="30858"/>
                  <a:pt x="22195" y="30858"/>
                </a:cubicBezTo>
                <a:cubicBezTo>
                  <a:pt x="23952" y="30858"/>
                  <a:pt x="25703" y="30832"/>
                  <a:pt x="27470" y="30751"/>
                </a:cubicBezTo>
                <a:cubicBezTo>
                  <a:pt x="29126" y="30666"/>
                  <a:pt x="30894" y="30517"/>
                  <a:pt x="32246" y="29577"/>
                </a:cubicBezTo>
                <a:cubicBezTo>
                  <a:pt x="34042" y="28339"/>
                  <a:pt x="34750" y="25976"/>
                  <a:pt x="34488" y="23825"/>
                </a:cubicBezTo>
                <a:cubicBezTo>
                  <a:pt x="34219" y="21703"/>
                  <a:pt x="33102" y="19757"/>
                  <a:pt x="31863" y="17989"/>
                </a:cubicBezTo>
                <a:cubicBezTo>
                  <a:pt x="31099" y="16899"/>
                  <a:pt x="30243" y="15866"/>
                  <a:pt x="29656" y="14657"/>
                </a:cubicBezTo>
                <a:cubicBezTo>
                  <a:pt x="28680" y="12683"/>
                  <a:pt x="28447" y="10476"/>
                  <a:pt x="28029" y="8325"/>
                </a:cubicBezTo>
                <a:cubicBezTo>
                  <a:pt x="27591" y="6111"/>
                  <a:pt x="27675" y="3727"/>
                  <a:pt x="25971" y="1986"/>
                </a:cubicBezTo>
                <a:cubicBezTo>
                  <a:pt x="25058" y="1039"/>
                  <a:pt x="23728" y="543"/>
                  <a:pt x="22433" y="274"/>
                </a:cubicBezTo>
                <a:cubicBezTo>
                  <a:pt x="21619" y="95"/>
                  <a:pt x="20772" y="1"/>
                  <a:pt x="199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53" name="Google Shape;153;p18"/>
          <p:cNvGrpSpPr/>
          <p:nvPr/>
        </p:nvGrpSpPr>
        <p:grpSpPr>
          <a:xfrm>
            <a:off x="8704040" y="1638900"/>
            <a:ext cx="360758" cy="258297"/>
            <a:chOff x="4992850" y="4345375"/>
            <a:chExt cx="607336" cy="638400"/>
          </a:xfrm>
        </p:grpSpPr>
        <p:sp>
          <p:nvSpPr>
            <p:cNvPr id="154" name="Google Shape;154;p18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56" name="Google Shape;156;p18"/>
          <p:cNvSpPr/>
          <p:nvPr/>
        </p:nvSpPr>
        <p:spPr>
          <a:xfrm>
            <a:off x="203650" y="14228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57" name="Google Shape;157;p18"/>
          <p:cNvGrpSpPr/>
          <p:nvPr/>
        </p:nvGrpSpPr>
        <p:grpSpPr>
          <a:xfrm>
            <a:off x="315272" y="2270471"/>
            <a:ext cx="234195" cy="188409"/>
            <a:chOff x="5151797" y="479071"/>
            <a:chExt cx="234195" cy="188409"/>
          </a:xfrm>
        </p:grpSpPr>
        <p:sp>
          <p:nvSpPr>
            <p:cNvPr id="158" name="Google Shape;158;p18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60" name="Google Shape;160;p18"/>
          <p:cNvSpPr/>
          <p:nvPr/>
        </p:nvSpPr>
        <p:spPr>
          <a:xfrm>
            <a:off x="166600" y="39303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1" name="Google Shape;16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" name="Google Shape;164;p1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Google Shape;165;p19"/>
          <p:cNvSpPr/>
          <p:nvPr/>
        </p:nvSpPr>
        <p:spPr>
          <a:xfrm rot="-1442292" flipH="1">
            <a:off x="-1773956" y="1176021"/>
            <a:ext cx="2259372" cy="2189821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19"/>
          <p:cNvSpPr/>
          <p:nvPr/>
        </p:nvSpPr>
        <p:spPr>
          <a:xfrm rot="-360521">
            <a:off x="8538329" y="2293726"/>
            <a:ext cx="1649783" cy="2063573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67" name="Google Shape;167;p19"/>
          <p:cNvGrpSpPr/>
          <p:nvPr/>
        </p:nvGrpSpPr>
        <p:grpSpPr>
          <a:xfrm>
            <a:off x="8499415" y="4380125"/>
            <a:ext cx="360758" cy="258297"/>
            <a:chOff x="4992850" y="4345375"/>
            <a:chExt cx="607336" cy="638400"/>
          </a:xfrm>
        </p:grpSpPr>
        <p:sp>
          <p:nvSpPr>
            <p:cNvPr id="168" name="Google Shape;168;p19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70" name="Google Shape;170;p19"/>
          <p:cNvSpPr/>
          <p:nvPr/>
        </p:nvSpPr>
        <p:spPr>
          <a:xfrm>
            <a:off x="185425" y="23203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71" name="Google Shape;171;p19"/>
          <p:cNvGrpSpPr/>
          <p:nvPr/>
        </p:nvGrpSpPr>
        <p:grpSpPr>
          <a:xfrm>
            <a:off x="175872" y="1344171"/>
            <a:ext cx="234195" cy="188409"/>
            <a:chOff x="5151797" y="479071"/>
            <a:chExt cx="234195" cy="188409"/>
          </a:xfrm>
        </p:grpSpPr>
        <p:sp>
          <p:nvSpPr>
            <p:cNvPr id="172" name="Google Shape;172;p19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74" name="Google Shape;174;p19"/>
          <p:cNvGrpSpPr/>
          <p:nvPr/>
        </p:nvGrpSpPr>
        <p:grpSpPr>
          <a:xfrm>
            <a:off x="8060129" y="256622"/>
            <a:ext cx="234788" cy="188409"/>
            <a:chOff x="6428979" y="917397"/>
            <a:chExt cx="234788" cy="188409"/>
          </a:xfrm>
        </p:grpSpPr>
        <p:sp>
          <p:nvSpPr>
            <p:cNvPr id="175" name="Google Shape;175;p19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77" name="Google Shape;177;p19"/>
          <p:cNvSpPr/>
          <p:nvPr/>
        </p:nvSpPr>
        <p:spPr>
          <a:xfrm>
            <a:off x="8763375" y="27425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 rot="-5400000">
            <a:off x="7973900" y="246170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932688" y="1637550"/>
            <a:ext cx="3597900" cy="10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1" name="Google Shape;181;p20"/>
          <p:cNvSpPr txBox="1">
            <a:spLocks noGrp="1"/>
          </p:cNvSpPr>
          <p:nvPr>
            <p:ph type="subTitle" idx="1"/>
          </p:nvPr>
        </p:nvSpPr>
        <p:spPr>
          <a:xfrm>
            <a:off x="932688" y="2669243"/>
            <a:ext cx="3597900" cy="8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0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8567075" y="8021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781950" y="14004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8670104" y="4402872"/>
            <a:ext cx="234788" cy="188409"/>
            <a:chOff x="4424582" y="1819850"/>
            <a:chExt cx="98427" cy="78984"/>
          </a:xfrm>
        </p:grpSpPr>
        <p:sp>
          <p:nvSpPr>
            <p:cNvPr id="186" name="Google Shape;186;p20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88" name="Google Shape;188;p20"/>
          <p:cNvSpPr/>
          <p:nvPr/>
        </p:nvSpPr>
        <p:spPr>
          <a:xfrm rot="-6789333">
            <a:off x="-1733103" y="2480416"/>
            <a:ext cx="2259312" cy="218976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 rot="10800000">
            <a:off x="190746" y="3786397"/>
            <a:ext cx="234788" cy="188409"/>
            <a:chOff x="4424582" y="1819850"/>
            <a:chExt cx="98427" cy="78984"/>
          </a:xfrm>
        </p:grpSpPr>
        <p:sp>
          <p:nvSpPr>
            <p:cNvPr id="190" name="Google Shape;190;p20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7976781" y="2695589"/>
            <a:ext cx="2394769" cy="1973794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112114" y="770884"/>
            <a:ext cx="815928" cy="1020576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95" name="Google Shape;195;p21"/>
          <p:cNvGrpSpPr/>
          <p:nvPr/>
        </p:nvGrpSpPr>
        <p:grpSpPr>
          <a:xfrm>
            <a:off x="8585515" y="3621775"/>
            <a:ext cx="360758" cy="258297"/>
            <a:chOff x="4992850" y="4345375"/>
            <a:chExt cx="607336" cy="638400"/>
          </a:xfrm>
        </p:grpSpPr>
        <p:sp>
          <p:nvSpPr>
            <p:cNvPr id="196" name="Google Shape;196;p2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98" name="Google Shape;198;p21"/>
          <p:cNvSpPr/>
          <p:nvPr/>
        </p:nvSpPr>
        <p:spPr>
          <a:xfrm>
            <a:off x="367550" y="11058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4412838" y="1795575"/>
            <a:ext cx="35934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0" name="Google Shape;200;p21"/>
          <p:cNvSpPr txBox="1">
            <a:spLocks noGrp="1"/>
          </p:cNvSpPr>
          <p:nvPr>
            <p:ph type="subTitle" idx="1"/>
          </p:nvPr>
        </p:nvSpPr>
        <p:spPr>
          <a:xfrm>
            <a:off x="4413013" y="2432218"/>
            <a:ext cx="35934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 rot="4509842">
            <a:off x="-698209" y="3502619"/>
            <a:ext cx="2394790" cy="1973811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4" name="Google Shape;204;p22"/>
          <p:cNvSpPr txBox="1">
            <a:spLocks noGrp="1"/>
          </p:cNvSpPr>
          <p:nvPr>
            <p:ph type="title"/>
          </p:nvPr>
        </p:nvSpPr>
        <p:spPr>
          <a:xfrm>
            <a:off x="1637988" y="1830263"/>
            <a:ext cx="3597900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5" name="Google Shape;205;p22"/>
          <p:cNvSpPr txBox="1">
            <a:spLocks noGrp="1"/>
          </p:cNvSpPr>
          <p:nvPr>
            <p:ph type="subTitle" idx="1"/>
          </p:nvPr>
        </p:nvSpPr>
        <p:spPr>
          <a:xfrm>
            <a:off x="1637988" y="2468654"/>
            <a:ext cx="3597900" cy="8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7" name="Google Shape;207;p22"/>
          <p:cNvSpPr/>
          <p:nvPr/>
        </p:nvSpPr>
        <p:spPr>
          <a:xfrm rot="-3555120">
            <a:off x="8386891" y="372220"/>
            <a:ext cx="1858693" cy="1745210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239090" y="4005475"/>
            <a:ext cx="360758" cy="258297"/>
            <a:chOff x="4992850" y="4345375"/>
            <a:chExt cx="607336" cy="638400"/>
          </a:xfrm>
        </p:grpSpPr>
        <p:sp>
          <p:nvSpPr>
            <p:cNvPr id="209" name="Google Shape;209;p22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11" name="Google Shape;211;p22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12" name="Google Shape;212;p22"/>
          <p:cNvGrpSpPr/>
          <p:nvPr/>
        </p:nvGrpSpPr>
        <p:grpSpPr>
          <a:xfrm>
            <a:off x="8670104" y="1402472"/>
            <a:ext cx="234788" cy="188409"/>
            <a:chOff x="6428979" y="917397"/>
            <a:chExt cx="234788" cy="188409"/>
          </a:xfrm>
        </p:grpSpPr>
        <p:sp>
          <p:nvSpPr>
            <p:cNvPr id="213" name="Google Shape;213;p22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" name="Google Shape;214;p22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7" name="Google Shape;217;p23"/>
          <p:cNvSpPr/>
          <p:nvPr/>
        </p:nvSpPr>
        <p:spPr>
          <a:xfrm rot="-8783500">
            <a:off x="-1711200" y="2823504"/>
            <a:ext cx="2192222" cy="2124738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8" name="Google Shape;218;p23"/>
          <p:cNvSpPr/>
          <p:nvPr/>
        </p:nvSpPr>
        <p:spPr>
          <a:xfrm rot="-269544">
            <a:off x="8547278" y="608197"/>
            <a:ext cx="1490595" cy="1864480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19" name="Google Shape;219;p23"/>
          <p:cNvGrpSpPr/>
          <p:nvPr/>
        </p:nvGrpSpPr>
        <p:grpSpPr>
          <a:xfrm>
            <a:off x="121190" y="3817225"/>
            <a:ext cx="360758" cy="258297"/>
            <a:chOff x="4992850" y="4345375"/>
            <a:chExt cx="607336" cy="638400"/>
          </a:xfrm>
        </p:grpSpPr>
        <p:sp>
          <p:nvSpPr>
            <p:cNvPr id="220" name="Google Shape;220;p23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" name="Google Shape;221;p23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22" name="Google Shape;222;p23"/>
          <p:cNvSpPr/>
          <p:nvPr/>
        </p:nvSpPr>
        <p:spPr>
          <a:xfrm>
            <a:off x="8782200" y="10177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23" name="Google Shape;223;p23"/>
          <p:cNvGrpSpPr/>
          <p:nvPr/>
        </p:nvGrpSpPr>
        <p:grpSpPr>
          <a:xfrm>
            <a:off x="88447" y="2171796"/>
            <a:ext cx="234195" cy="188409"/>
            <a:chOff x="5151797" y="479071"/>
            <a:chExt cx="234195" cy="188409"/>
          </a:xfrm>
        </p:grpSpPr>
        <p:sp>
          <p:nvSpPr>
            <p:cNvPr id="224" name="Google Shape;224;p23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26" name="Google Shape;226;p23"/>
          <p:cNvGrpSpPr/>
          <p:nvPr/>
        </p:nvGrpSpPr>
        <p:grpSpPr>
          <a:xfrm>
            <a:off x="382104" y="2477547"/>
            <a:ext cx="234788" cy="188409"/>
            <a:chOff x="6428979" y="917397"/>
            <a:chExt cx="234788" cy="188409"/>
          </a:xfrm>
        </p:grpSpPr>
        <p:sp>
          <p:nvSpPr>
            <p:cNvPr id="227" name="Google Shape;227;p23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" name="Google Shape;228;p23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29" name="Google Shape;229;p23"/>
          <p:cNvSpPr/>
          <p:nvPr/>
        </p:nvSpPr>
        <p:spPr>
          <a:xfrm>
            <a:off x="8187350" y="2943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0" name="Google Shape;23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1" name="Google Shape;231;p23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3852000" cy="3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Light"/>
              <a:buChar char="●"/>
              <a:defRPr sz="12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32" name="Google Shape;232;p23"/>
          <p:cNvSpPr txBox="1">
            <a:spLocks noGrp="1"/>
          </p:cNvSpPr>
          <p:nvPr>
            <p:ph type="body" idx="2"/>
          </p:nvPr>
        </p:nvSpPr>
        <p:spPr>
          <a:xfrm>
            <a:off x="4572000" y="1215750"/>
            <a:ext cx="3852000" cy="3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Light"/>
              <a:buChar char="●"/>
              <a:defRPr sz="12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-1190814" y="-484857"/>
            <a:ext cx="1944724" cy="2432477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5" name="Google Shape;235;p24"/>
          <p:cNvSpPr/>
          <p:nvPr/>
        </p:nvSpPr>
        <p:spPr>
          <a:xfrm rot="-3555149">
            <a:off x="8293717" y="3656862"/>
            <a:ext cx="2410819" cy="2263625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36" name="Google Shape;236;p24"/>
          <p:cNvGrpSpPr/>
          <p:nvPr/>
        </p:nvGrpSpPr>
        <p:grpSpPr>
          <a:xfrm>
            <a:off x="8543915" y="4363775"/>
            <a:ext cx="360758" cy="258297"/>
            <a:chOff x="4992850" y="4345375"/>
            <a:chExt cx="607336" cy="638400"/>
          </a:xfrm>
        </p:grpSpPr>
        <p:sp>
          <p:nvSpPr>
            <p:cNvPr id="237" name="Google Shape;237;p24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" name="Google Shape;238;p24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39" name="Google Shape;239;p24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40" name="Google Shape;240;p24"/>
          <p:cNvGrpSpPr/>
          <p:nvPr/>
        </p:nvGrpSpPr>
        <p:grpSpPr>
          <a:xfrm>
            <a:off x="250497" y="2032371"/>
            <a:ext cx="234195" cy="188409"/>
            <a:chOff x="7827572" y="1634046"/>
            <a:chExt cx="234195" cy="188409"/>
          </a:xfrm>
        </p:grpSpPr>
        <p:sp>
          <p:nvSpPr>
            <p:cNvPr id="241" name="Google Shape;241;p24"/>
            <p:cNvSpPr/>
            <p:nvPr/>
          </p:nvSpPr>
          <p:spPr>
            <a:xfrm>
              <a:off x="7827572" y="163404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7937177" y="163404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06904" y="3353147"/>
            <a:ext cx="234788" cy="188409"/>
            <a:chOff x="9104754" y="2072372"/>
            <a:chExt cx="234788" cy="188409"/>
          </a:xfrm>
        </p:grpSpPr>
        <p:sp>
          <p:nvSpPr>
            <p:cNvPr id="244" name="Google Shape;244;p24"/>
            <p:cNvSpPr/>
            <p:nvPr/>
          </p:nvSpPr>
          <p:spPr>
            <a:xfrm>
              <a:off x="9214275" y="2072372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9104754" y="2072372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46" name="Google Shape;246;p24"/>
          <p:cNvSpPr/>
          <p:nvPr/>
        </p:nvSpPr>
        <p:spPr>
          <a:xfrm>
            <a:off x="223000" y="7101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8" name="Google Shape;248;p24"/>
          <p:cNvSpPr txBox="1">
            <a:spLocks noGrp="1"/>
          </p:cNvSpPr>
          <p:nvPr>
            <p:ph type="subTitle" idx="1"/>
          </p:nvPr>
        </p:nvSpPr>
        <p:spPr>
          <a:xfrm>
            <a:off x="4691954" y="3284752"/>
            <a:ext cx="36120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4"/>
          <p:cNvSpPr txBox="1">
            <a:spLocks noGrp="1"/>
          </p:cNvSpPr>
          <p:nvPr>
            <p:ph type="subTitle" idx="2"/>
          </p:nvPr>
        </p:nvSpPr>
        <p:spPr>
          <a:xfrm>
            <a:off x="839975" y="3284752"/>
            <a:ext cx="36120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4"/>
          <p:cNvSpPr txBox="1">
            <a:spLocks noGrp="1"/>
          </p:cNvSpPr>
          <p:nvPr>
            <p:ph type="subTitle" idx="3"/>
          </p:nvPr>
        </p:nvSpPr>
        <p:spPr>
          <a:xfrm>
            <a:off x="839975" y="2342450"/>
            <a:ext cx="36120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251" name="Google Shape;251;p24"/>
          <p:cNvSpPr txBox="1">
            <a:spLocks noGrp="1"/>
          </p:cNvSpPr>
          <p:nvPr>
            <p:ph type="subTitle" idx="4"/>
          </p:nvPr>
        </p:nvSpPr>
        <p:spPr>
          <a:xfrm>
            <a:off x="4691972" y="2342450"/>
            <a:ext cx="36120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252" name="Google Shape;252;p2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/>
          <p:nvPr/>
        </p:nvSpPr>
        <p:spPr>
          <a:xfrm>
            <a:off x="-690854" y="831214"/>
            <a:ext cx="1404077" cy="1318319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8063173" y="3965293"/>
            <a:ext cx="1518102" cy="1898839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224750" y="141877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57" name="Google Shape;257;p25"/>
          <p:cNvGrpSpPr/>
          <p:nvPr/>
        </p:nvGrpSpPr>
        <p:grpSpPr>
          <a:xfrm>
            <a:off x="7828972" y="294071"/>
            <a:ext cx="234194" cy="188409"/>
            <a:chOff x="3889166" y="1636096"/>
            <a:chExt cx="98178" cy="78984"/>
          </a:xfrm>
        </p:grpSpPr>
        <p:sp>
          <p:nvSpPr>
            <p:cNvPr id="258" name="Google Shape;258;p25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60" name="Google Shape;260;p25"/>
          <p:cNvGrpSpPr/>
          <p:nvPr/>
        </p:nvGrpSpPr>
        <p:grpSpPr>
          <a:xfrm>
            <a:off x="8246852" y="4332212"/>
            <a:ext cx="367931" cy="258169"/>
            <a:chOff x="4992850" y="4345375"/>
            <a:chExt cx="619413" cy="638400"/>
          </a:xfrm>
        </p:grpSpPr>
        <p:sp>
          <p:nvSpPr>
            <p:cNvPr id="261" name="Google Shape;261;p25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" name="Google Shape;262;p25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63" name="Google Shape;263;p25"/>
          <p:cNvGrpSpPr/>
          <p:nvPr/>
        </p:nvGrpSpPr>
        <p:grpSpPr>
          <a:xfrm>
            <a:off x="8746054" y="957297"/>
            <a:ext cx="234788" cy="188409"/>
            <a:chOff x="4424582" y="1819850"/>
            <a:chExt cx="98427" cy="78984"/>
          </a:xfrm>
        </p:grpSpPr>
        <p:sp>
          <p:nvSpPr>
            <p:cNvPr id="264" name="Google Shape;264;p25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" name="Google Shape;265;p25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66" name="Google Shape;266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7" name="Google Shape;267;p25"/>
          <p:cNvSpPr txBox="1">
            <a:spLocks noGrp="1"/>
          </p:cNvSpPr>
          <p:nvPr>
            <p:ph type="subTitle" idx="1"/>
          </p:nvPr>
        </p:nvSpPr>
        <p:spPr>
          <a:xfrm>
            <a:off x="4832078" y="1789575"/>
            <a:ext cx="3254100" cy="19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5"/>
          <p:cNvSpPr txBox="1">
            <a:spLocks noGrp="1"/>
          </p:cNvSpPr>
          <p:nvPr>
            <p:ph type="subTitle" idx="2"/>
          </p:nvPr>
        </p:nvSpPr>
        <p:spPr>
          <a:xfrm>
            <a:off x="1057900" y="1789575"/>
            <a:ext cx="3254100" cy="19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/>
          <p:nvPr/>
        </p:nvSpPr>
        <p:spPr>
          <a:xfrm rot="5655372">
            <a:off x="-2129157" y="3022453"/>
            <a:ext cx="3864815" cy="374584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2" name="Google Shape;272;p26"/>
          <p:cNvSpPr/>
          <p:nvPr/>
        </p:nvSpPr>
        <p:spPr>
          <a:xfrm rot="-3917262">
            <a:off x="7631540" y="-1432759"/>
            <a:ext cx="3352710" cy="2977303"/>
          </a:xfrm>
          <a:custGeom>
            <a:avLst/>
            <a:gdLst/>
            <a:ahLst/>
            <a:cxnLst/>
            <a:rect l="l" t="t" r="r" b="b"/>
            <a:pathLst>
              <a:path w="34750" h="30859" extrusionOk="0">
                <a:moveTo>
                  <a:pt x="19927" y="1"/>
                </a:moveTo>
                <a:cubicBezTo>
                  <a:pt x="17317" y="1"/>
                  <a:pt x="14720" y="895"/>
                  <a:pt x="13116" y="2899"/>
                </a:cubicBezTo>
                <a:cubicBezTo>
                  <a:pt x="11970" y="4342"/>
                  <a:pt x="11440" y="6203"/>
                  <a:pt x="10492" y="7795"/>
                </a:cubicBezTo>
                <a:cubicBezTo>
                  <a:pt x="9346" y="9768"/>
                  <a:pt x="7606" y="11332"/>
                  <a:pt x="5837" y="12832"/>
                </a:cubicBezTo>
                <a:cubicBezTo>
                  <a:pt x="4542" y="13949"/>
                  <a:pt x="3184" y="15074"/>
                  <a:pt x="2208" y="16517"/>
                </a:cubicBezTo>
                <a:cubicBezTo>
                  <a:pt x="262" y="19290"/>
                  <a:pt x="1" y="23118"/>
                  <a:pt x="1472" y="26153"/>
                </a:cubicBezTo>
                <a:cubicBezTo>
                  <a:pt x="2859" y="28926"/>
                  <a:pt x="5250" y="30135"/>
                  <a:pt x="8221" y="30312"/>
                </a:cubicBezTo>
                <a:cubicBezTo>
                  <a:pt x="12027" y="30574"/>
                  <a:pt x="15826" y="30786"/>
                  <a:pt x="19632" y="30843"/>
                </a:cubicBezTo>
                <a:cubicBezTo>
                  <a:pt x="20489" y="30852"/>
                  <a:pt x="21343" y="30858"/>
                  <a:pt x="22195" y="30858"/>
                </a:cubicBezTo>
                <a:cubicBezTo>
                  <a:pt x="23952" y="30858"/>
                  <a:pt x="25703" y="30832"/>
                  <a:pt x="27470" y="30751"/>
                </a:cubicBezTo>
                <a:cubicBezTo>
                  <a:pt x="29126" y="30666"/>
                  <a:pt x="30894" y="30517"/>
                  <a:pt x="32246" y="29577"/>
                </a:cubicBezTo>
                <a:cubicBezTo>
                  <a:pt x="34042" y="28339"/>
                  <a:pt x="34750" y="25976"/>
                  <a:pt x="34488" y="23825"/>
                </a:cubicBezTo>
                <a:cubicBezTo>
                  <a:pt x="34219" y="21703"/>
                  <a:pt x="33102" y="19757"/>
                  <a:pt x="31863" y="17989"/>
                </a:cubicBezTo>
                <a:cubicBezTo>
                  <a:pt x="31099" y="16899"/>
                  <a:pt x="30243" y="15866"/>
                  <a:pt x="29656" y="14657"/>
                </a:cubicBezTo>
                <a:cubicBezTo>
                  <a:pt x="28680" y="12683"/>
                  <a:pt x="28447" y="10476"/>
                  <a:pt x="28029" y="8325"/>
                </a:cubicBezTo>
                <a:cubicBezTo>
                  <a:pt x="27591" y="6111"/>
                  <a:pt x="27675" y="3727"/>
                  <a:pt x="25971" y="1986"/>
                </a:cubicBezTo>
                <a:cubicBezTo>
                  <a:pt x="25058" y="1039"/>
                  <a:pt x="23728" y="543"/>
                  <a:pt x="22433" y="274"/>
                </a:cubicBezTo>
                <a:cubicBezTo>
                  <a:pt x="21619" y="95"/>
                  <a:pt x="20772" y="1"/>
                  <a:pt x="199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3" name="Google Shape;273;p2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74" name="Google Shape;274;p26"/>
          <p:cNvGrpSpPr/>
          <p:nvPr/>
        </p:nvGrpSpPr>
        <p:grpSpPr>
          <a:xfrm>
            <a:off x="124215" y="3908450"/>
            <a:ext cx="360758" cy="258297"/>
            <a:chOff x="4992850" y="4345375"/>
            <a:chExt cx="607336" cy="638400"/>
          </a:xfrm>
        </p:grpSpPr>
        <p:sp>
          <p:nvSpPr>
            <p:cNvPr id="275" name="Google Shape;275;p2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" name="Google Shape;276;p2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77" name="Google Shape;277;p26"/>
          <p:cNvSpPr/>
          <p:nvPr/>
        </p:nvSpPr>
        <p:spPr>
          <a:xfrm>
            <a:off x="424525" y="297107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78" name="Google Shape;278;p26"/>
          <p:cNvGrpSpPr/>
          <p:nvPr/>
        </p:nvGrpSpPr>
        <p:grpSpPr>
          <a:xfrm>
            <a:off x="8546697" y="4473421"/>
            <a:ext cx="234195" cy="188409"/>
            <a:chOff x="5151797" y="479071"/>
            <a:chExt cx="234195" cy="188409"/>
          </a:xfrm>
        </p:grpSpPr>
        <p:sp>
          <p:nvSpPr>
            <p:cNvPr id="279" name="Google Shape;279;p26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81" name="Google Shape;281;p26"/>
          <p:cNvGrpSpPr/>
          <p:nvPr/>
        </p:nvGrpSpPr>
        <p:grpSpPr>
          <a:xfrm>
            <a:off x="8573904" y="256622"/>
            <a:ext cx="234788" cy="188409"/>
            <a:chOff x="6428979" y="917397"/>
            <a:chExt cx="234788" cy="188409"/>
          </a:xfrm>
        </p:grpSpPr>
        <p:sp>
          <p:nvSpPr>
            <p:cNvPr id="282" name="Google Shape;282;p26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84" name="Google Shape;284;p26"/>
          <p:cNvSpPr/>
          <p:nvPr/>
        </p:nvSpPr>
        <p:spPr>
          <a:xfrm>
            <a:off x="8546700" y="17894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5" name="Google Shape;28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" name="Google Shape;286;p26"/>
          <p:cNvSpPr txBox="1">
            <a:spLocks noGrp="1"/>
          </p:cNvSpPr>
          <p:nvPr>
            <p:ph type="subTitle" idx="1"/>
          </p:nvPr>
        </p:nvSpPr>
        <p:spPr>
          <a:xfrm>
            <a:off x="937625" y="2511574"/>
            <a:ext cx="21753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26"/>
          <p:cNvSpPr txBox="1">
            <a:spLocks noGrp="1"/>
          </p:cNvSpPr>
          <p:nvPr>
            <p:ph type="subTitle" idx="2"/>
          </p:nvPr>
        </p:nvSpPr>
        <p:spPr>
          <a:xfrm>
            <a:off x="3484347" y="2511574"/>
            <a:ext cx="21753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26"/>
          <p:cNvSpPr txBox="1">
            <a:spLocks noGrp="1"/>
          </p:cNvSpPr>
          <p:nvPr>
            <p:ph type="subTitle" idx="3"/>
          </p:nvPr>
        </p:nvSpPr>
        <p:spPr>
          <a:xfrm>
            <a:off x="6031075" y="2511574"/>
            <a:ext cx="21753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26"/>
          <p:cNvSpPr txBox="1">
            <a:spLocks noGrp="1"/>
          </p:cNvSpPr>
          <p:nvPr>
            <p:ph type="subTitle" idx="4"/>
          </p:nvPr>
        </p:nvSpPr>
        <p:spPr>
          <a:xfrm>
            <a:off x="937625" y="2037322"/>
            <a:ext cx="21753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290" name="Google Shape;290;p26"/>
          <p:cNvSpPr txBox="1">
            <a:spLocks noGrp="1"/>
          </p:cNvSpPr>
          <p:nvPr>
            <p:ph type="subTitle" idx="5"/>
          </p:nvPr>
        </p:nvSpPr>
        <p:spPr>
          <a:xfrm>
            <a:off x="3484350" y="2037322"/>
            <a:ext cx="21753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291" name="Google Shape;291;p26"/>
          <p:cNvSpPr txBox="1">
            <a:spLocks noGrp="1"/>
          </p:cNvSpPr>
          <p:nvPr>
            <p:ph type="subTitle" idx="6"/>
          </p:nvPr>
        </p:nvSpPr>
        <p:spPr>
          <a:xfrm>
            <a:off x="6031075" y="2037322"/>
            <a:ext cx="21753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/>
          <p:nvPr/>
        </p:nvSpPr>
        <p:spPr>
          <a:xfrm>
            <a:off x="8479425" y="230120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4" name="Google Shape;294;p27"/>
          <p:cNvSpPr/>
          <p:nvPr/>
        </p:nvSpPr>
        <p:spPr>
          <a:xfrm rot="-3555177">
            <a:off x="-1456144" y="2911698"/>
            <a:ext cx="2122762" cy="19931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95" name="Google Shape;295;p27"/>
          <p:cNvGrpSpPr/>
          <p:nvPr/>
        </p:nvGrpSpPr>
        <p:grpSpPr>
          <a:xfrm>
            <a:off x="167265" y="3779125"/>
            <a:ext cx="360758" cy="258297"/>
            <a:chOff x="4992850" y="4345375"/>
            <a:chExt cx="607336" cy="638400"/>
          </a:xfrm>
        </p:grpSpPr>
        <p:sp>
          <p:nvSpPr>
            <p:cNvPr id="296" name="Google Shape;296;p27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7" name="Google Shape;297;p27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98" name="Google Shape;298;p27"/>
          <p:cNvSpPr/>
          <p:nvPr/>
        </p:nvSpPr>
        <p:spPr>
          <a:xfrm>
            <a:off x="8479425" y="5395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99" name="Google Shape;299;p27"/>
          <p:cNvGrpSpPr/>
          <p:nvPr/>
        </p:nvGrpSpPr>
        <p:grpSpPr>
          <a:xfrm>
            <a:off x="485797" y="4603996"/>
            <a:ext cx="234195" cy="188409"/>
            <a:chOff x="5151797" y="479071"/>
            <a:chExt cx="234195" cy="188409"/>
          </a:xfrm>
        </p:grpSpPr>
        <p:sp>
          <p:nvSpPr>
            <p:cNvPr id="300" name="Google Shape;300;p27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02" name="Google Shape;302;p27"/>
          <p:cNvGrpSpPr/>
          <p:nvPr/>
        </p:nvGrpSpPr>
        <p:grpSpPr>
          <a:xfrm>
            <a:off x="8595429" y="3449772"/>
            <a:ext cx="234788" cy="188409"/>
            <a:chOff x="6428979" y="917397"/>
            <a:chExt cx="234788" cy="188409"/>
          </a:xfrm>
        </p:grpSpPr>
        <p:sp>
          <p:nvSpPr>
            <p:cNvPr id="303" name="Google Shape;303;p27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05" name="Google Shape;305;p27"/>
          <p:cNvSpPr/>
          <p:nvPr/>
        </p:nvSpPr>
        <p:spPr>
          <a:xfrm>
            <a:off x="8652025" y="12314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6" name="Google Shape;306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7" name="Google Shape;307;p27"/>
          <p:cNvSpPr txBox="1">
            <a:spLocks noGrp="1"/>
          </p:cNvSpPr>
          <p:nvPr>
            <p:ph type="subTitle" idx="1"/>
          </p:nvPr>
        </p:nvSpPr>
        <p:spPr>
          <a:xfrm>
            <a:off x="1618875" y="1926977"/>
            <a:ext cx="23730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7"/>
          <p:cNvSpPr txBox="1">
            <a:spLocks noGrp="1"/>
          </p:cNvSpPr>
          <p:nvPr>
            <p:ph type="subTitle" idx="2"/>
          </p:nvPr>
        </p:nvSpPr>
        <p:spPr>
          <a:xfrm>
            <a:off x="5152013" y="1926977"/>
            <a:ext cx="23730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7"/>
          <p:cNvSpPr txBox="1">
            <a:spLocks noGrp="1"/>
          </p:cNvSpPr>
          <p:nvPr>
            <p:ph type="subTitle" idx="3"/>
          </p:nvPr>
        </p:nvSpPr>
        <p:spPr>
          <a:xfrm>
            <a:off x="1618875" y="3569852"/>
            <a:ext cx="23730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7"/>
          <p:cNvSpPr txBox="1">
            <a:spLocks noGrp="1"/>
          </p:cNvSpPr>
          <p:nvPr>
            <p:ph type="subTitle" idx="4"/>
          </p:nvPr>
        </p:nvSpPr>
        <p:spPr>
          <a:xfrm>
            <a:off x="5152013" y="3569852"/>
            <a:ext cx="23730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7"/>
          <p:cNvSpPr txBox="1">
            <a:spLocks noGrp="1"/>
          </p:cNvSpPr>
          <p:nvPr>
            <p:ph type="subTitle" idx="5"/>
          </p:nvPr>
        </p:nvSpPr>
        <p:spPr>
          <a:xfrm>
            <a:off x="1618875" y="1489700"/>
            <a:ext cx="23730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2" name="Google Shape;312;p27"/>
          <p:cNvSpPr txBox="1">
            <a:spLocks noGrp="1"/>
          </p:cNvSpPr>
          <p:nvPr>
            <p:ph type="subTitle" idx="6"/>
          </p:nvPr>
        </p:nvSpPr>
        <p:spPr>
          <a:xfrm>
            <a:off x="1618875" y="3132675"/>
            <a:ext cx="23730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3" name="Google Shape;313;p27"/>
          <p:cNvSpPr txBox="1">
            <a:spLocks noGrp="1"/>
          </p:cNvSpPr>
          <p:nvPr>
            <p:ph type="subTitle" idx="7"/>
          </p:nvPr>
        </p:nvSpPr>
        <p:spPr>
          <a:xfrm>
            <a:off x="5152008" y="1489700"/>
            <a:ext cx="23730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4" name="Google Shape;314;p27"/>
          <p:cNvSpPr txBox="1">
            <a:spLocks noGrp="1"/>
          </p:cNvSpPr>
          <p:nvPr>
            <p:ph type="subTitle" idx="8"/>
          </p:nvPr>
        </p:nvSpPr>
        <p:spPr>
          <a:xfrm>
            <a:off x="5152008" y="3132675"/>
            <a:ext cx="23730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5" name="Google Shape;315;p2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/>
          <p:nvPr/>
        </p:nvSpPr>
        <p:spPr>
          <a:xfrm>
            <a:off x="8432226" y="-375650"/>
            <a:ext cx="1395293" cy="1745295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8" name="Google Shape;318;p28"/>
          <p:cNvSpPr/>
          <p:nvPr/>
        </p:nvSpPr>
        <p:spPr>
          <a:xfrm rot="-3555079">
            <a:off x="-738071" y="2310738"/>
            <a:ext cx="1257907" cy="1181115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19" name="Google Shape;319;p28"/>
          <p:cNvGrpSpPr/>
          <p:nvPr/>
        </p:nvGrpSpPr>
        <p:grpSpPr>
          <a:xfrm>
            <a:off x="8788054" y="1644572"/>
            <a:ext cx="234788" cy="188409"/>
            <a:chOff x="6428979" y="917397"/>
            <a:chExt cx="234788" cy="188409"/>
          </a:xfrm>
        </p:grpSpPr>
        <p:sp>
          <p:nvSpPr>
            <p:cNvPr id="320" name="Google Shape;320;p28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22" name="Google Shape;322;p28"/>
          <p:cNvSpPr/>
          <p:nvPr/>
        </p:nvSpPr>
        <p:spPr>
          <a:xfrm>
            <a:off x="8760850" y="8541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81150" y="2708188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4" name="Google Shape;324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5" name="Google Shape;325;p28"/>
          <p:cNvSpPr txBox="1">
            <a:spLocks noGrp="1"/>
          </p:cNvSpPr>
          <p:nvPr>
            <p:ph type="subTitle" idx="1"/>
          </p:nvPr>
        </p:nvSpPr>
        <p:spPr>
          <a:xfrm>
            <a:off x="1618113" y="1561615"/>
            <a:ext cx="4040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28"/>
          <p:cNvSpPr txBox="1">
            <a:spLocks noGrp="1"/>
          </p:cNvSpPr>
          <p:nvPr>
            <p:ph type="subTitle" idx="2"/>
          </p:nvPr>
        </p:nvSpPr>
        <p:spPr>
          <a:xfrm>
            <a:off x="1618120" y="2458540"/>
            <a:ext cx="4040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8"/>
          <p:cNvSpPr txBox="1">
            <a:spLocks noGrp="1"/>
          </p:cNvSpPr>
          <p:nvPr>
            <p:ph type="subTitle" idx="3"/>
          </p:nvPr>
        </p:nvSpPr>
        <p:spPr>
          <a:xfrm>
            <a:off x="1618113" y="3355465"/>
            <a:ext cx="4040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28"/>
          <p:cNvSpPr txBox="1">
            <a:spLocks noGrp="1"/>
          </p:cNvSpPr>
          <p:nvPr>
            <p:ph type="subTitle" idx="4"/>
          </p:nvPr>
        </p:nvSpPr>
        <p:spPr>
          <a:xfrm>
            <a:off x="1618120" y="4252390"/>
            <a:ext cx="4040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28"/>
          <p:cNvSpPr txBox="1">
            <a:spLocks noGrp="1"/>
          </p:cNvSpPr>
          <p:nvPr>
            <p:ph type="subTitle" idx="5"/>
          </p:nvPr>
        </p:nvSpPr>
        <p:spPr>
          <a:xfrm>
            <a:off x="1618113" y="1317250"/>
            <a:ext cx="40407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30" name="Google Shape;330;p28"/>
          <p:cNvSpPr txBox="1">
            <a:spLocks noGrp="1"/>
          </p:cNvSpPr>
          <p:nvPr>
            <p:ph type="subTitle" idx="6"/>
          </p:nvPr>
        </p:nvSpPr>
        <p:spPr>
          <a:xfrm>
            <a:off x="1618113" y="3111217"/>
            <a:ext cx="40407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31" name="Google Shape;331;p28"/>
          <p:cNvSpPr txBox="1">
            <a:spLocks noGrp="1"/>
          </p:cNvSpPr>
          <p:nvPr>
            <p:ph type="subTitle" idx="7"/>
          </p:nvPr>
        </p:nvSpPr>
        <p:spPr>
          <a:xfrm>
            <a:off x="1618113" y="2214233"/>
            <a:ext cx="40407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32" name="Google Shape;332;p28"/>
          <p:cNvSpPr txBox="1">
            <a:spLocks noGrp="1"/>
          </p:cNvSpPr>
          <p:nvPr>
            <p:ph type="subTitle" idx="8"/>
          </p:nvPr>
        </p:nvSpPr>
        <p:spPr>
          <a:xfrm>
            <a:off x="1618113" y="4008200"/>
            <a:ext cx="40407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33" name="Google Shape;333;p2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6" name="Google Shape;336;p29"/>
          <p:cNvSpPr txBox="1">
            <a:spLocks noGrp="1"/>
          </p:cNvSpPr>
          <p:nvPr>
            <p:ph type="subTitle" idx="1"/>
          </p:nvPr>
        </p:nvSpPr>
        <p:spPr>
          <a:xfrm>
            <a:off x="1109152" y="2080877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29"/>
          <p:cNvSpPr txBox="1">
            <a:spLocks noGrp="1"/>
          </p:cNvSpPr>
          <p:nvPr>
            <p:ph type="subTitle" idx="2"/>
          </p:nvPr>
        </p:nvSpPr>
        <p:spPr>
          <a:xfrm>
            <a:off x="3579000" y="2080877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9"/>
          <p:cNvSpPr txBox="1">
            <a:spLocks noGrp="1"/>
          </p:cNvSpPr>
          <p:nvPr>
            <p:ph type="subTitle" idx="3"/>
          </p:nvPr>
        </p:nvSpPr>
        <p:spPr>
          <a:xfrm>
            <a:off x="1109152" y="3511102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29"/>
          <p:cNvSpPr txBox="1">
            <a:spLocks noGrp="1"/>
          </p:cNvSpPr>
          <p:nvPr>
            <p:ph type="subTitle" idx="4"/>
          </p:nvPr>
        </p:nvSpPr>
        <p:spPr>
          <a:xfrm>
            <a:off x="3579000" y="3511102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29"/>
          <p:cNvSpPr txBox="1">
            <a:spLocks noGrp="1"/>
          </p:cNvSpPr>
          <p:nvPr>
            <p:ph type="subTitle" idx="5"/>
          </p:nvPr>
        </p:nvSpPr>
        <p:spPr>
          <a:xfrm>
            <a:off x="6048848" y="2080877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>
            <a:spLocks noGrp="1"/>
          </p:cNvSpPr>
          <p:nvPr>
            <p:ph type="subTitle" idx="6"/>
          </p:nvPr>
        </p:nvSpPr>
        <p:spPr>
          <a:xfrm>
            <a:off x="6048848" y="3511102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29"/>
          <p:cNvSpPr txBox="1">
            <a:spLocks noGrp="1"/>
          </p:cNvSpPr>
          <p:nvPr>
            <p:ph type="subTitle" idx="7"/>
          </p:nvPr>
        </p:nvSpPr>
        <p:spPr>
          <a:xfrm>
            <a:off x="1113052" y="1656599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43" name="Google Shape;343;p29"/>
          <p:cNvSpPr txBox="1">
            <a:spLocks noGrp="1"/>
          </p:cNvSpPr>
          <p:nvPr>
            <p:ph type="subTitle" idx="8"/>
          </p:nvPr>
        </p:nvSpPr>
        <p:spPr>
          <a:xfrm>
            <a:off x="3582900" y="1656599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44" name="Google Shape;344;p29"/>
          <p:cNvSpPr txBox="1">
            <a:spLocks noGrp="1"/>
          </p:cNvSpPr>
          <p:nvPr>
            <p:ph type="subTitle" idx="9"/>
          </p:nvPr>
        </p:nvSpPr>
        <p:spPr>
          <a:xfrm>
            <a:off x="6052748" y="1656599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45" name="Google Shape;345;p29"/>
          <p:cNvSpPr txBox="1">
            <a:spLocks noGrp="1"/>
          </p:cNvSpPr>
          <p:nvPr>
            <p:ph type="subTitle" idx="13"/>
          </p:nvPr>
        </p:nvSpPr>
        <p:spPr>
          <a:xfrm>
            <a:off x="1113052" y="308680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46" name="Google Shape;346;p29"/>
          <p:cNvSpPr txBox="1">
            <a:spLocks noGrp="1"/>
          </p:cNvSpPr>
          <p:nvPr>
            <p:ph type="subTitle" idx="14"/>
          </p:nvPr>
        </p:nvSpPr>
        <p:spPr>
          <a:xfrm>
            <a:off x="3582900" y="308680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47" name="Google Shape;347;p29"/>
          <p:cNvSpPr txBox="1">
            <a:spLocks noGrp="1"/>
          </p:cNvSpPr>
          <p:nvPr>
            <p:ph type="subTitle" idx="15"/>
          </p:nvPr>
        </p:nvSpPr>
        <p:spPr>
          <a:xfrm>
            <a:off x="6052748" y="308680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48" name="Google Shape;348;p2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9" name="Google Shape;349;p29"/>
          <p:cNvSpPr/>
          <p:nvPr/>
        </p:nvSpPr>
        <p:spPr>
          <a:xfrm rot="775147" flipH="1">
            <a:off x="-1527367" y="-114758"/>
            <a:ext cx="2259394" cy="218984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0" name="Google Shape;350;p29"/>
          <p:cNvSpPr/>
          <p:nvPr/>
        </p:nvSpPr>
        <p:spPr>
          <a:xfrm rot="1970999">
            <a:off x="8582834" y="2457675"/>
            <a:ext cx="1631059" cy="2040203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51" name="Google Shape;351;p29"/>
          <p:cNvGrpSpPr/>
          <p:nvPr/>
        </p:nvGrpSpPr>
        <p:grpSpPr>
          <a:xfrm>
            <a:off x="167240" y="3879375"/>
            <a:ext cx="360758" cy="258297"/>
            <a:chOff x="4992850" y="4345375"/>
            <a:chExt cx="607336" cy="638400"/>
          </a:xfrm>
        </p:grpSpPr>
        <p:sp>
          <p:nvSpPr>
            <p:cNvPr id="352" name="Google Shape;352;p29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3" name="Google Shape;353;p29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54" name="Google Shape;354;p29"/>
          <p:cNvSpPr/>
          <p:nvPr/>
        </p:nvSpPr>
        <p:spPr>
          <a:xfrm>
            <a:off x="8760825" y="362107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55" name="Google Shape;355;p29"/>
          <p:cNvGrpSpPr/>
          <p:nvPr/>
        </p:nvGrpSpPr>
        <p:grpSpPr>
          <a:xfrm>
            <a:off x="665547" y="4674796"/>
            <a:ext cx="234195" cy="188409"/>
            <a:chOff x="5151797" y="479071"/>
            <a:chExt cx="234195" cy="188409"/>
          </a:xfrm>
        </p:grpSpPr>
        <p:sp>
          <p:nvSpPr>
            <p:cNvPr id="356" name="Google Shape;356;p29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58" name="Google Shape;358;p29"/>
          <p:cNvGrpSpPr/>
          <p:nvPr/>
        </p:nvGrpSpPr>
        <p:grpSpPr>
          <a:xfrm>
            <a:off x="8652804" y="2111547"/>
            <a:ext cx="234788" cy="188409"/>
            <a:chOff x="6428979" y="917397"/>
            <a:chExt cx="234788" cy="188409"/>
          </a:xfrm>
        </p:grpSpPr>
        <p:sp>
          <p:nvSpPr>
            <p:cNvPr id="359" name="Google Shape;359;p29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0" name="Google Shape;360;p29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61" name="Google Shape;361;p29"/>
          <p:cNvSpPr/>
          <p:nvPr/>
        </p:nvSpPr>
        <p:spPr>
          <a:xfrm>
            <a:off x="115400" y="10177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"/>
          <p:cNvSpPr txBox="1">
            <a:spLocks noGrp="1"/>
          </p:cNvSpPr>
          <p:nvPr>
            <p:ph type="title"/>
          </p:nvPr>
        </p:nvSpPr>
        <p:spPr>
          <a:xfrm>
            <a:off x="713225" y="628300"/>
            <a:ext cx="3858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4" name="Google Shape;364;p30"/>
          <p:cNvSpPr txBox="1">
            <a:spLocks noGrp="1"/>
          </p:cNvSpPr>
          <p:nvPr>
            <p:ph type="subTitle" idx="1"/>
          </p:nvPr>
        </p:nvSpPr>
        <p:spPr>
          <a:xfrm>
            <a:off x="713225" y="1324884"/>
            <a:ext cx="38586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365" name="Google Shape;365;p30"/>
          <p:cNvSpPr txBox="1">
            <a:spLocks noGrp="1"/>
          </p:cNvSpPr>
          <p:nvPr>
            <p:ph type="title" idx="2"/>
          </p:nvPr>
        </p:nvSpPr>
        <p:spPr>
          <a:xfrm>
            <a:off x="713225" y="2056763"/>
            <a:ext cx="3858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6" name="Google Shape;366;p30"/>
          <p:cNvSpPr txBox="1">
            <a:spLocks noGrp="1"/>
          </p:cNvSpPr>
          <p:nvPr>
            <p:ph type="subTitle" idx="3"/>
          </p:nvPr>
        </p:nvSpPr>
        <p:spPr>
          <a:xfrm>
            <a:off x="713225" y="2753343"/>
            <a:ext cx="38586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367" name="Google Shape;367;p30"/>
          <p:cNvSpPr txBox="1">
            <a:spLocks noGrp="1"/>
          </p:cNvSpPr>
          <p:nvPr>
            <p:ph type="title" idx="4"/>
          </p:nvPr>
        </p:nvSpPr>
        <p:spPr>
          <a:xfrm>
            <a:off x="713225" y="3485225"/>
            <a:ext cx="3858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8" name="Google Shape;368;p30"/>
          <p:cNvSpPr txBox="1">
            <a:spLocks noGrp="1"/>
          </p:cNvSpPr>
          <p:nvPr>
            <p:ph type="subTitle" idx="5"/>
          </p:nvPr>
        </p:nvSpPr>
        <p:spPr>
          <a:xfrm>
            <a:off x="713225" y="4181816"/>
            <a:ext cx="38586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369" name="Google Shape;369;p30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70" name="Google Shape;370;p30"/>
          <p:cNvGrpSpPr/>
          <p:nvPr/>
        </p:nvGrpSpPr>
        <p:grpSpPr>
          <a:xfrm>
            <a:off x="158590" y="3781550"/>
            <a:ext cx="360758" cy="258297"/>
            <a:chOff x="4992850" y="4345375"/>
            <a:chExt cx="607336" cy="638400"/>
          </a:xfrm>
        </p:grpSpPr>
        <p:sp>
          <p:nvSpPr>
            <p:cNvPr id="371" name="Google Shape;371;p30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2" name="Google Shape;372;p30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73" name="Google Shape;373;p30"/>
          <p:cNvSpPr/>
          <p:nvPr/>
        </p:nvSpPr>
        <p:spPr>
          <a:xfrm>
            <a:off x="7390700" y="2812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74" name="Google Shape;374;p30"/>
          <p:cNvGrpSpPr/>
          <p:nvPr/>
        </p:nvGrpSpPr>
        <p:grpSpPr>
          <a:xfrm>
            <a:off x="285147" y="814196"/>
            <a:ext cx="234195" cy="188409"/>
            <a:chOff x="5151797" y="479071"/>
            <a:chExt cx="234195" cy="188409"/>
          </a:xfrm>
        </p:grpSpPr>
        <p:sp>
          <p:nvSpPr>
            <p:cNvPr id="375" name="Google Shape;375;p30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77" name="Google Shape;377;p30"/>
          <p:cNvSpPr/>
          <p:nvPr/>
        </p:nvSpPr>
        <p:spPr>
          <a:xfrm>
            <a:off x="8573950" y="8836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/>
          <p:cNvSpPr txBox="1">
            <a:spLocks noGrp="1"/>
          </p:cNvSpPr>
          <p:nvPr>
            <p:ph type="title"/>
          </p:nvPr>
        </p:nvSpPr>
        <p:spPr>
          <a:xfrm>
            <a:off x="1325650" y="2432800"/>
            <a:ext cx="13989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0" name="Google Shape;380;p31"/>
          <p:cNvSpPr txBox="1">
            <a:spLocks noGrp="1"/>
          </p:cNvSpPr>
          <p:nvPr>
            <p:ph type="subTitle" idx="1"/>
          </p:nvPr>
        </p:nvSpPr>
        <p:spPr>
          <a:xfrm>
            <a:off x="938500" y="3560852"/>
            <a:ext cx="21732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 panose="020B0503020203020204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381" name="Google Shape;381;p31"/>
          <p:cNvSpPr txBox="1">
            <a:spLocks noGrp="1"/>
          </p:cNvSpPr>
          <p:nvPr>
            <p:ph type="subTitle" idx="2"/>
          </p:nvPr>
        </p:nvSpPr>
        <p:spPr>
          <a:xfrm>
            <a:off x="938500" y="3132150"/>
            <a:ext cx="21732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82" name="Google Shape;382;p31"/>
          <p:cNvSpPr txBox="1">
            <a:spLocks noGrp="1"/>
          </p:cNvSpPr>
          <p:nvPr>
            <p:ph type="title" idx="3"/>
          </p:nvPr>
        </p:nvSpPr>
        <p:spPr>
          <a:xfrm>
            <a:off x="3873100" y="2432800"/>
            <a:ext cx="13977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3" name="Google Shape;383;p31"/>
          <p:cNvSpPr txBox="1">
            <a:spLocks noGrp="1"/>
          </p:cNvSpPr>
          <p:nvPr>
            <p:ph type="subTitle" idx="4"/>
          </p:nvPr>
        </p:nvSpPr>
        <p:spPr>
          <a:xfrm>
            <a:off x="3485400" y="3560852"/>
            <a:ext cx="21732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 panose="020B0503020203020204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384" name="Google Shape;384;p31"/>
          <p:cNvSpPr txBox="1">
            <a:spLocks noGrp="1"/>
          </p:cNvSpPr>
          <p:nvPr>
            <p:ph type="subTitle" idx="5"/>
          </p:nvPr>
        </p:nvSpPr>
        <p:spPr>
          <a:xfrm>
            <a:off x="3485400" y="3132150"/>
            <a:ext cx="21732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85" name="Google Shape;385;p31"/>
          <p:cNvSpPr txBox="1">
            <a:spLocks noGrp="1"/>
          </p:cNvSpPr>
          <p:nvPr>
            <p:ph type="title" idx="6"/>
          </p:nvPr>
        </p:nvSpPr>
        <p:spPr>
          <a:xfrm>
            <a:off x="6417675" y="2432800"/>
            <a:ext cx="13977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31"/>
          <p:cNvSpPr txBox="1">
            <a:spLocks noGrp="1"/>
          </p:cNvSpPr>
          <p:nvPr>
            <p:ph type="subTitle" idx="7"/>
          </p:nvPr>
        </p:nvSpPr>
        <p:spPr>
          <a:xfrm>
            <a:off x="6032300" y="3560852"/>
            <a:ext cx="21732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 panose="020B0503020203020204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387" name="Google Shape;387;p31"/>
          <p:cNvSpPr txBox="1">
            <a:spLocks noGrp="1"/>
          </p:cNvSpPr>
          <p:nvPr>
            <p:ph type="subTitle" idx="8"/>
          </p:nvPr>
        </p:nvSpPr>
        <p:spPr>
          <a:xfrm>
            <a:off x="6032300" y="3132150"/>
            <a:ext cx="21732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88" name="Google Shape;388;p31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9" name="Google Shape;389;p3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-1731000" y="2571745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8488556" y="1302489"/>
            <a:ext cx="1300321" cy="1626477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92" name="Google Shape;392;p31"/>
          <p:cNvGrpSpPr/>
          <p:nvPr/>
        </p:nvGrpSpPr>
        <p:grpSpPr>
          <a:xfrm>
            <a:off x="8676565" y="1435450"/>
            <a:ext cx="360758" cy="258297"/>
            <a:chOff x="4992850" y="4345375"/>
            <a:chExt cx="607336" cy="638400"/>
          </a:xfrm>
        </p:grpSpPr>
        <p:sp>
          <p:nvSpPr>
            <p:cNvPr id="393" name="Google Shape;393;p3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4" name="Google Shape;394;p3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95" name="Google Shape;395;p31"/>
          <p:cNvSpPr/>
          <p:nvPr/>
        </p:nvSpPr>
        <p:spPr>
          <a:xfrm>
            <a:off x="170850" y="1435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96" name="Google Shape;396;p31"/>
          <p:cNvGrpSpPr/>
          <p:nvPr/>
        </p:nvGrpSpPr>
        <p:grpSpPr>
          <a:xfrm>
            <a:off x="212297" y="3225671"/>
            <a:ext cx="234195" cy="188409"/>
            <a:chOff x="5151797" y="479071"/>
            <a:chExt cx="234195" cy="188409"/>
          </a:xfrm>
        </p:grpSpPr>
        <p:sp>
          <p:nvSpPr>
            <p:cNvPr id="397" name="Google Shape;397;p31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99" name="Google Shape;399;p31"/>
          <p:cNvGrpSpPr/>
          <p:nvPr/>
        </p:nvGrpSpPr>
        <p:grpSpPr>
          <a:xfrm>
            <a:off x="8664279" y="4232272"/>
            <a:ext cx="234788" cy="188409"/>
            <a:chOff x="6428979" y="917397"/>
            <a:chExt cx="234788" cy="188409"/>
          </a:xfrm>
        </p:grpSpPr>
        <p:sp>
          <p:nvSpPr>
            <p:cNvPr id="400" name="Google Shape;400;p31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1" name="Google Shape;401;p31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02" name="Google Shape;402;p31"/>
          <p:cNvSpPr/>
          <p:nvPr/>
        </p:nvSpPr>
        <p:spPr>
          <a:xfrm>
            <a:off x="8712350" y="2174488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"/>
          <p:cNvSpPr txBox="1">
            <a:spLocks noGrp="1"/>
          </p:cNvSpPr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5" name="Google Shape;405;p32"/>
          <p:cNvSpPr txBox="1">
            <a:spLocks noGrp="1"/>
          </p:cNvSpPr>
          <p:nvPr>
            <p:ph type="subTitle" idx="1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32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CREDITS:</a:t>
            </a:r>
            <a:r>
              <a:rPr lang="en-GB" sz="12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This presentation template was created by </a:t>
            </a:r>
            <a:r>
              <a:rPr lang="en-GB" sz="1200" b="1" i="0" u="sng" strike="noStrike" cap="none">
                <a:solidFill>
                  <a:schemeClr val="hlink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2"/>
              </a:rPr>
              <a:t>Slidesgo</a:t>
            </a:r>
            <a:r>
              <a:rPr lang="en-GB" sz="12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and includes icons by </a:t>
            </a:r>
            <a:r>
              <a:rPr lang="en-GB" sz="1200" b="1" i="0" u="sng" strike="noStrike" cap="none">
                <a:solidFill>
                  <a:schemeClr val="hlink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3"/>
              </a:rPr>
              <a:t>Flaticon</a:t>
            </a:r>
            <a:r>
              <a:rPr lang="en-GB" sz="12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and infographics &amp; images by </a:t>
            </a:r>
            <a:r>
              <a:rPr lang="en-GB" sz="1200" b="1" i="0" u="sng" strike="noStrike" cap="none">
                <a:solidFill>
                  <a:schemeClr val="hlink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4"/>
              </a:rPr>
              <a:t>Freepik</a:t>
            </a:r>
            <a:r>
              <a:rPr lang="en-GB" sz="1200" b="0" i="0" u="sng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endParaRPr sz="1200" b="1" i="0" u="sng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07" name="Google Shape;407;p3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0" name="Google Shape;410;p33"/>
          <p:cNvSpPr/>
          <p:nvPr/>
        </p:nvSpPr>
        <p:spPr>
          <a:xfrm rot="3555162" flipH="1">
            <a:off x="-993615" y="620242"/>
            <a:ext cx="1625808" cy="15265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1" name="Google Shape;411;p33"/>
          <p:cNvSpPr/>
          <p:nvPr/>
        </p:nvSpPr>
        <p:spPr>
          <a:xfrm flipH="1">
            <a:off x="8511080" y="2803089"/>
            <a:ext cx="2259360" cy="2189809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2" name="Google Shape;412;p33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13" name="Google Shape;413;p33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14" name="Google Shape;414;p33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5" name="Google Shape;415;p33"/>
            <p:cNvSpPr/>
            <p:nvPr/>
          </p:nvSpPr>
          <p:spPr>
            <a:xfrm rot="10800000" flipH="1">
              <a:off x="4935811" y="4414372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16" name="Google Shape;416;p33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17" name="Google Shape;417;p33"/>
          <p:cNvGrpSpPr/>
          <p:nvPr/>
        </p:nvGrpSpPr>
        <p:grpSpPr>
          <a:xfrm>
            <a:off x="184447" y="1289308"/>
            <a:ext cx="234195" cy="188409"/>
            <a:chOff x="368022" y="616196"/>
            <a:chExt cx="234195" cy="188409"/>
          </a:xfrm>
        </p:grpSpPr>
        <p:sp>
          <p:nvSpPr>
            <p:cNvPr id="418" name="Google Shape;418;p33"/>
            <p:cNvSpPr/>
            <p:nvPr/>
          </p:nvSpPr>
          <p:spPr>
            <a:xfrm>
              <a:off x="368022" y="61619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77627" y="61619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420" name="Google Shape;420;p33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421" name="Google Shape;421;p33"/>
            <p:cNvSpPr/>
            <p:nvPr/>
          </p:nvSpPr>
          <p:spPr>
            <a:xfrm>
              <a:off x="8661148" y="42741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551627" y="42741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4"/>
          <p:cNvSpPr txBox="1"/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184"/>
          <p:cNvSpPr txBox="1"/>
          <p:nvPr>
            <p:ph type="title" idx="2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184"/>
          <p:cNvSpPr txBox="1"/>
          <p:nvPr>
            <p:ph type="subTitle" idx="1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7" name="Google Shape;27;p184"/>
          <p:cNvGrpSpPr/>
          <p:nvPr/>
        </p:nvGrpSpPr>
        <p:grpSpPr>
          <a:xfrm>
            <a:off x="4923497" y="281246"/>
            <a:ext cx="234194" cy="188409"/>
            <a:chOff x="3889166" y="1636096"/>
            <a:chExt cx="98178" cy="78984"/>
          </a:xfrm>
        </p:grpSpPr>
        <p:sp>
          <p:nvSpPr>
            <p:cNvPr id="28" name="Google Shape;28;p184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29;p184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0" name="Google Shape;30;p184"/>
          <p:cNvGrpSpPr/>
          <p:nvPr/>
        </p:nvGrpSpPr>
        <p:grpSpPr>
          <a:xfrm>
            <a:off x="8670104" y="3863122"/>
            <a:ext cx="234788" cy="188409"/>
            <a:chOff x="4424582" y="1819850"/>
            <a:chExt cx="98427" cy="78984"/>
          </a:xfrm>
        </p:grpSpPr>
        <p:sp>
          <p:nvSpPr>
            <p:cNvPr id="31" name="Google Shape;31;p184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32;p184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Rfh2NK2aTPHv055p_jpNOYeC6U3y30Pn/view?usp=drive_link" TargetMode="Externa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docs.google.com/document/d/1CQxd7y40VVdnm9_bzBqIK6_mlkeXLQk3l9ExompT_zw/edit?usp=sharing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46"/>
          <p:cNvSpPr txBox="1">
            <a:spLocks noGrp="1"/>
          </p:cNvSpPr>
          <p:nvPr>
            <p:ph type="ctrTitle" idx="4294967295"/>
          </p:nvPr>
        </p:nvSpPr>
        <p:spPr>
          <a:xfrm>
            <a:off x="2505000" y="349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Exercise - Changing background color</a:t>
            </a: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1767" name="Google Shape;1767;p146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68" name="Google Shape;1768;p146"/>
          <p:cNvSpPr txBox="1">
            <a:spLocks noGrp="1"/>
          </p:cNvSpPr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69" name="Google Shape;1769;p146"/>
          <p:cNvSpPr/>
          <p:nvPr/>
        </p:nvSpPr>
        <p:spPr>
          <a:xfrm>
            <a:off x="4743550" y="1232275"/>
            <a:ext cx="2816100" cy="377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from</a:t>
            </a: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150" b="0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tkinter</a:t>
            </a: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150" b="0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</a:t>
            </a:r>
            <a:endParaRPr sz="11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endParaRPr sz="1150" b="0" i="0" u="none" strike="noStrike" cap="none" dirty="0">
              <a:solidFill>
                <a:srgbClr val="6F008A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1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 = </a:t>
            </a:r>
            <a:r>
              <a:rPr lang="en-GB" sz="1150" b="0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</a:t>
            </a: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</a:t>
            </a:r>
            <a:endParaRPr sz="11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1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Set window size</a:t>
            </a:r>
            <a:endParaRPr sz="1150" b="0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root.geometry(</a:t>
            </a:r>
            <a:r>
              <a:rPr lang="en-GB" sz="1150" b="0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"400x200"</a:t>
            </a: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1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1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Set window color</a:t>
            </a:r>
            <a:endParaRPr sz="1150" b="0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root.configure(bg=</a:t>
            </a:r>
            <a:r>
              <a:rPr lang="en-GB" sz="1150" b="0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'green'</a:t>
            </a: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1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root.mainloop()</a:t>
            </a:r>
            <a:endParaRPr sz="12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endParaRPr sz="1150" b="0" i="0" u="none" strike="noStrike" cap="none" dirty="0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pic>
        <p:nvPicPr>
          <p:cNvPr id="1770" name="Google Shape;1770;p14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7013" y="2489175"/>
            <a:ext cx="380047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147"/>
          <p:cNvSpPr txBox="1">
            <a:spLocks noGrp="1"/>
          </p:cNvSpPr>
          <p:nvPr>
            <p:ph type="ctrTitle" idx="4294967295"/>
          </p:nvPr>
        </p:nvSpPr>
        <p:spPr>
          <a:xfrm>
            <a:off x="2505000" y="349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Exercise - Changing background color</a:t>
            </a: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1777" name="Google Shape;1777;p147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78" name="Google Shape;1778;p147"/>
          <p:cNvSpPr txBox="1">
            <a:spLocks noGrp="1"/>
          </p:cNvSpPr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9" name="Google Shape;1779;p147"/>
          <p:cNvSpPr/>
          <p:nvPr/>
        </p:nvSpPr>
        <p:spPr>
          <a:xfrm>
            <a:off x="4390300" y="1015800"/>
            <a:ext cx="2816100" cy="377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from</a:t>
            </a: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150" b="0" i="0" u="none" strike="noStrike" cap="none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tkinter</a:t>
            </a: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1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</a:t>
            </a:r>
            <a:endParaRPr sz="11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endParaRPr sz="1150" b="0" i="0" u="none" strike="noStrike" cap="none">
              <a:solidFill>
                <a:srgbClr val="6F008A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1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 = </a:t>
            </a:r>
            <a:r>
              <a:rPr lang="en-GB" sz="1150" b="0" i="0" u="none" strike="noStrike" cap="none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</a:t>
            </a: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</a:t>
            </a:r>
            <a:endParaRPr sz="11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1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Set window size</a:t>
            </a:r>
            <a:endParaRPr sz="11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root.geometry(</a:t>
            </a:r>
            <a:r>
              <a:rPr lang="en-GB" sz="11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"400x200"</a:t>
            </a: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1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1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Set window color</a:t>
            </a:r>
            <a:endParaRPr sz="11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root[</a:t>
            </a:r>
            <a:r>
              <a:rPr lang="en-GB" sz="11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'bg'</a:t>
            </a: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]=</a:t>
            </a:r>
            <a:r>
              <a:rPr lang="en-GB" sz="11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'#2d2d2d'</a:t>
            </a:r>
            <a:endParaRPr sz="1150" b="0" i="0" u="none" strike="noStrike" cap="none">
              <a:solidFill>
                <a:srgbClr val="A3151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endParaRPr sz="11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root.mainloop()</a:t>
            </a:r>
            <a:endParaRPr sz="1250" b="1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endParaRPr sz="11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pic>
        <p:nvPicPr>
          <p:cNvPr id="1780" name="Google Shape;1780;p14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38547" y="2549525"/>
            <a:ext cx="2993100" cy="17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148"/>
          <p:cNvSpPr txBox="1">
            <a:spLocks noGrp="1"/>
          </p:cNvSpPr>
          <p:nvPr>
            <p:ph type="ctrTitle" idx="4294967295"/>
          </p:nvPr>
        </p:nvSpPr>
        <p:spPr>
          <a:xfrm>
            <a:off x="2477250" y="150750"/>
            <a:ext cx="65505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2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Working with images </a:t>
            </a:r>
            <a:endParaRPr sz="22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Light" panose="020F0502020204030203"/>
              <a:buChar char="○"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Install pillow library using any one of the following command based on your python version and os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9144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 panose="020F0502020204030203"/>
              <a:buChar char="●"/>
            </a:pPr>
            <a:r>
              <a:rPr lang="en-GB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pip install pillow</a:t>
            </a:r>
            <a:endParaRPr sz="18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9144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 panose="020F0502020204030203"/>
              <a:buChar char="●"/>
            </a:pPr>
            <a:r>
              <a:rPr lang="en-GB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py -m pip install pillow</a:t>
            </a:r>
            <a:endParaRPr sz="18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9144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 panose="020F0502020204030203"/>
              <a:buChar char="●"/>
            </a:pPr>
            <a:r>
              <a:rPr lang="en-GB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pip3 install pillow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786" name="Google Shape;1786;p148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8" name="Google Shape;1788;p148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89" name="Google Shape;1789;p148"/>
          <p:cNvSpPr txBox="1">
            <a:spLocks noGrp="1"/>
          </p:cNvSpPr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149"/>
          <p:cNvSpPr txBox="1">
            <a:spLocks noGrp="1"/>
          </p:cNvSpPr>
          <p:nvPr>
            <p:ph type="ctrTitle" idx="4294967295"/>
          </p:nvPr>
        </p:nvSpPr>
        <p:spPr>
          <a:xfrm>
            <a:off x="2477250" y="150750"/>
            <a:ext cx="65505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2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Working with images</a:t>
            </a:r>
            <a:endParaRPr sz="24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 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Arial" panose="020B0604020202020204"/>
              <a:buChar char="○"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To work with images on Python Tkinter we need to use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914400" marR="0" lvl="1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Arial" panose="020B0604020202020204"/>
              <a:buChar char="○"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PhotoImage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914400" marR="0" lvl="1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Arial" panose="020B0604020202020204"/>
              <a:buChar char="○"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Pillow Module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796" name="Google Shape;1796;p149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8" name="Google Shape;1798;p149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99" name="Google Shape;1799;p149"/>
          <p:cNvSpPr txBox="1">
            <a:spLocks noGrp="1"/>
          </p:cNvSpPr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50"/>
          <p:cNvSpPr txBox="1">
            <a:spLocks noGrp="1"/>
          </p:cNvSpPr>
          <p:nvPr>
            <p:ph type="ctrTitle" idx="4294967295"/>
          </p:nvPr>
        </p:nvSpPr>
        <p:spPr>
          <a:xfrm>
            <a:off x="2477250" y="150750"/>
            <a:ext cx="65505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2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Working with images -</a:t>
            </a: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 PhotoImage method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 Light" panose="020F0502020204030203"/>
              <a:buChar char="○"/>
            </a:pPr>
            <a:r>
              <a:rPr lang="en-GB" sz="19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To insert image open an image using the following instruction </a:t>
            </a:r>
            <a:endParaRPr sz="19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19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ImageTk.PhotoImage(Image.open("image"))</a:t>
            </a:r>
            <a:endParaRPr sz="19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19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For example </a:t>
            </a:r>
            <a:endParaRPr sz="1900" b="1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img = ImageTk.PhotoImage(</a:t>
            </a:r>
            <a:r>
              <a:rPr lang="en-GB" sz="1350" b="0" i="0" u="none" strike="noStrike" cap="none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Image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.open(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"Frozen.jpg"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 Light" panose="020F0502020204030203"/>
              <a:buChar char="○"/>
            </a:pPr>
            <a:r>
              <a:rPr lang="en-GB" sz="19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Create a widget object inside and pass the image inside the widget.</a:t>
            </a:r>
            <a:endParaRPr sz="19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806" name="Google Shape;1806;p150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8" name="Google Shape;1808;p150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9" name="Google Shape;1809;p150"/>
          <p:cNvSpPr txBox="1">
            <a:spLocks noGrp="1"/>
          </p:cNvSpPr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51"/>
          <p:cNvSpPr txBox="1">
            <a:spLocks noGrp="1"/>
          </p:cNvSpPr>
          <p:nvPr>
            <p:ph type="ctrTitle" idx="4294967295"/>
          </p:nvPr>
        </p:nvSpPr>
        <p:spPr>
          <a:xfrm>
            <a:off x="2505000" y="349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Exercise - Working with images</a:t>
            </a: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1817" name="Google Shape;1817;p151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18" name="Google Shape;1818;p151"/>
          <p:cNvSpPr txBox="1">
            <a:spLocks noGrp="1"/>
          </p:cNvSpPr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19" name="Google Shape;1819;p151"/>
          <p:cNvSpPr/>
          <p:nvPr/>
        </p:nvSpPr>
        <p:spPr>
          <a:xfrm>
            <a:off x="2971100" y="1278335"/>
            <a:ext cx="5214900" cy="377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Import required libraries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from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050" b="1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tkinter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050" b="1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from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050" b="1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PIL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050" b="1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ImageTk, </a:t>
            </a:r>
            <a:r>
              <a:rPr lang="en-GB" sz="1050" b="1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Image</a:t>
            </a:r>
            <a:endParaRPr sz="1050" b="1" i="0" u="none" strike="noStrike" cap="none" dirty="0">
              <a:solidFill>
                <a:srgbClr val="2B91A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Create an instance of tkinter window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 = </a:t>
            </a:r>
            <a:r>
              <a:rPr lang="en-GB" sz="1050" b="1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Define the geometry and title  of the window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root.geometry(</a:t>
            </a:r>
            <a:r>
              <a:rPr lang="en-GB" sz="1050" b="1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"300x300"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root.title(</a:t>
            </a:r>
            <a:r>
              <a:rPr lang="en-GB" sz="1050" b="1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"Working with images"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Create an object of tkinter ImageTk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img = ImageTk.PhotoImage(</a:t>
            </a:r>
            <a:r>
              <a:rPr lang="en-GB" sz="1050" b="1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Image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.open(</a:t>
            </a:r>
            <a:r>
              <a:rPr lang="en-GB" sz="1050" b="1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"Frozen.jpg"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))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Create a Label Widget to display the text or Image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label = </a:t>
            </a:r>
            <a:r>
              <a:rPr lang="en-GB" sz="1050" b="1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Label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(root, image = img)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label.pack()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root.mainloop()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 dirty="0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pic>
        <p:nvPicPr>
          <p:cNvPr id="1820" name="Google Shape;1820;p15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04800" y="2428475"/>
            <a:ext cx="2200200" cy="2398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CFE2F3"/>
        </a:solidFill>
        <a:effectLst/>
      </p:bgPr>
    </p:bg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152"/>
          <p:cNvSpPr txBox="1">
            <a:spLocks noGrp="1"/>
          </p:cNvSpPr>
          <p:nvPr>
            <p:ph type="ctrTitle" idx="4294967295"/>
          </p:nvPr>
        </p:nvSpPr>
        <p:spPr>
          <a:xfrm>
            <a:off x="2505000" y="349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i="0" u="none" strike="noStrike" cap="none">
                <a:solidFill>
                  <a:srgbClr val="98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Exercise - Working with images</a:t>
            </a:r>
            <a:endParaRPr sz="2000" i="0" u="none" strike="noStrike" cap="none">
              <a:solidFill>
                <a:srgbClr val="98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1827" name="Google Shape;1827;p152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8" name="Google Shape;1828;p152"/>
          <p:cNvSpPr txBox="1">
            <a:spLocks noGrp="1"/>
          </p:cNvSpPr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29" name="Google Shape;1829;p152"/>
          <p:cNvSpPr/>
          <p:nvPr/>
        </p:nvSpPr>
        <p:spPr>
          <a:xfrm>
            <a:off x="2787343" y="900325"/>
            <a:ext cx="5398657" cy="4155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Import required libraries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from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050" b="1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tkinter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050" b="1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from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050" b="1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PIL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050" b="1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ImageTk, </a:t>
            </a:r>
            <a:r>
              <a:rPr lang="en-GB" sz="1050" b="1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Image</a:t>
            </a:r>
            <a:endParaRPr sz="1050" b="1" i="0" u="none" strike="noStrike" cap="none" dirty="0">
              <a:solidFill>
                <a:srgbClr val="2B91A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Create an instance of tkinter window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 = </a:t>
            </a:r>
            <a:r>
              <a:rPr lang="en-GB" sz="1050" b="1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Define the geometry and title  of the window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root.geometry(</a:t>
            </a:r>
            <a:r>
              <a:rPr lang="en-GB" sz="1050" b="1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"300x300"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root.title(</a:t>
            </a:r>
            <a:r>
              <a:rPr lang="en-GB" sz="1050" b="1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"Working with images"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Create an object of tkinter ImageTk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img = ImageTk.PhotoImage(</a:t>
            </a:r>
            <a:r>
              <a:rPr lang="en-GB" sz="1050" b="1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Image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.open(</a:t>
            </a:r>
            <a:r>
              <a:rPr lang="en-GB" sz="1050" b="1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"Frozen.jpg"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))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Create a Label Widget to display the text or Image</a:t>
            </a:r>
            <a:endParaRPr sz="1050" b="1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label = </a:t>
            </a:r>
            <a:r>
              <a:rPr lang="en-GB" sz="1050" b="1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Label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(root, image = img)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label.pack()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root.mainloop()</a:t>
            </a:r>
            <a:endParaRPr sz="1050" b="1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 dirty="0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pic>
        <p:nvPicPr>
          <p:cNvPr id="1830" name="Google Shape;1830;p15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29400" y="2417678"/>
            <a:ext cx="1967950" cy="2145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CFE2F3"/>
        </a:solidFill>
        <a:effectLst/>
      </p:bgPr>
    </p:bg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53"/>
          <p:cNvSpPr txBox="1">
            <a:spLocks noGrp="1"/>
          </p:cNvSpPr>
          <p:nvPr>
            <p:ph type="ctrTitle" idx="4294967295"/>
          </p:nvPr>
        </p:nvSpPr>
        <p:spPr>
          <a:xfrm>
            <a:off x="2209750" y="349800"/>
            <a:ext cx="65727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dirty="0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dirty="0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i="0" u="none" strike="noStrike" cap="none" dirty="0">
                <a:solidFill>
                  <a:srgbClr val="A3151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Exercise - Working with images</a:t>
            </a:r>
            <a:endParaRPr sz="2000" dirty="0">
              <a:solidFill>
                <a:srgbClr val="A3151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b="0" dirty="0"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 b="0" dirty="0"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Display the image into the root window using </a:t>
            </a:r>
            <a:r>
              <a:rPr lang="en-GB" sz="20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PhotoImage</a:t>
            </a:r>
            <a:r>
              <a:rPr lang="en-GB" sz="105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2000" b="0" dirty="0"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function</a:t>
            </a:r>
            <a:endParaRPr sz="2000" b="0" dirty="0"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b="0" dirty="0"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A3151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Extension (Optional) - Resize the image2 as - (100,100) </a:t>
            </a:r>
            <a:endParaRPr sz="2000" dirty="0">
              <a:solidFill>
                <a:srgbClr val="A3151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b="0" dirty="0"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 b="0" dirty="0"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Hint : Use </a:t>
            </a:r>
            <a:r>
              <a:rPr lang="en-GB" sz="20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resize()</a:t>
            </a:r>
            <a:r>
              <a:rPr lang="en-GB" sz="165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2000" b="0" dirty="0"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function</a:t>
            </a:r>
            <a:endParaRPr sz="2700" b="0" dirty="0"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1837" name="Google Shape;1837;p153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8" name="Google Shape;1838;p153"/>
          <p:cNvSpPr txBox="1">
            <a:spLocks noGrp="1"/>
          </p:cNvSpPr>
          <p:nvPr>
            <p:ph type="ctrTitle" idx="4294967295"/>
          </p:nvPr>
        </p:nvSpPr>
        <p:spPr>
          <a:xfrm>
            <a:off x="192608" y="648077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CFE2F3"/>
        </a:solidFill>
        <a:effectLst/>
      </p:bgPr>
    </p:bg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54"/>
          <p:cNvSpPr txBox="1">
            <a:spLocks noGrp="1"/>
          </p:cNvSpPr>
          <p:nvPr>
            <p:ph type="ctrTitle" idx="4294967295"/>
          </p:nvPr>
        </p:nvSpPr>
        <p:spPr>
          <a:xfrm>
            <a:off x="2158100" y="8551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>
                <a:solidFill>
                  <a:srgbClr val="A3151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Code to Resize Image-</a:t>
            </a:r>
            <a:r>
              <a:rPr lang="en-GB" sz="2000" i="0" u="none" strike="noStrike" cap="none">
                <a:solidFill>
                  <a:srgbClr val="A3151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(Extension)</a:t>
            </a:r>
            <a:endParaRPr sz="2000" i="0" u="none" strike="noStrike" cap="none">
              <a:solidFill>
                <a:srgbClr val="A3151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1845" name="Google Shape;1845;p154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46" name="Google Shape;1846;p154"/>
          <p:cNvSpPr txBox="1">
            <a:spLocks noGrp="1"/>
          </p:cNvSpPr>
          <p:nvPr>
            <p:ph type="ctrTitle" idx="4294967295"/>
          </p:nvPr>
        </p:nvSpPr>
        <p:spPr>
          <a:xfrm>
            <a:off x="310350" y="440275"/>
            <a:ext cx="1673400" cy="1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47" name="Google Shape;1847;p154"/>
          <p:cNvSpPr/>
          <p:nvPr/>
        </p:nvSpPr>
        <p:spPr>
          <a:xfrm>
            <a:off x="2263575" y="1953475"/>
            <a:ext cx="5285700" cy="1930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9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550" b="0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#Resize the Image using resize method</a:t>
            </a:r>
            <a:endParaRPr sz="1550" b="0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5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resized_image= </a:t>
            </a:r>
            <a:r>
              <a:rPr lang="en-GB" sz="1550" b="0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img</a:t>
            </a:r>
            <a:r>
              <a:rPr lang="en-GB" sz="15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.resize((100,100))</a:t>
            </a:r>
            <a:endParaRPr sz="15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5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new_image= </a:t>
            </a:r>
            <a:r>
              <a:rPr lang="en-GB" sz="1550" b="0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ImageTk</a:t>
            </a:r>
            <a:r>
              <a:rPr lang="en-GB" sz="15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</a:t>
            </a:r>
            <a:r>
              <a:rPr lang="en-GB" sz="1550" b="0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PhotoImage</a:t>
            </a:r>
            <a:r>
              <a:rPr lang="en-GB" sz="15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(resized_image)</a:t>
            </a:r>
            <a:endParaRPr sz="15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95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 dirty="0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55"/>
          <p:cNvSpPr txBox="1">
            <a:spLocks noGrp="1"/>
          </p:cNvSpPr>
          <p:nvPr>
            <p:ph type="ctrTitle" idx="4294967295"/>
          </p:nvPr>
        </p:nvSpPr>
        <p:spPr>
          <a:xfrm>
            <a:off x="2477250" y="150750"/>
            <a:ext cx="65505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2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Working with images -</a:t>
            </a: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 image resizing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To resize image 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4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Light" panose="020F0502020204030203"/>
              <a:buChar char="○"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load image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1500" b="0" i="0" u="none" strike="noStrike" cap="none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img</a:t>
            </a:r>
            <a:r>
              <a:rPr lang="en-GB" sz="15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= Image.open(</a:t>
            </a:r>
            <a:r>
              <a:rPr lang="en-GB" sz="150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"pizza.jpg"</a:t>
            </a:r>
            <a:r>
              <a:rPr lang="en-GB" sz="15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5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Light" panose="020F0502020204030203"/>
              <a:buChar char="○"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Resize the image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15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resized_image= </a:t>
            </a:r>
            <a:r>
              <a:rPr lang="en-GB" sz="1500" b="0" i="0" u="none" strike="noStrike" cap="none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img</a:t>
            </a:r>
            <a:r>
              <a:rPr lang="en-GB" sz="15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.resize((100,100))</a:t>
            </a:r>
            <a:endParaRPr sz="15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Light" panose="020F0502020204030203"/>
              <a:buChar char="○"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Open the resized image using PhotoImage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15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new_image= </a:t>
            </a:r>
            <a:r>
              <a:rPr lang="en-GB" sz="1500" b="0" i="0" u="none" strike="noStrike" cap="none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ImageTk</a:t>
            </a:r>
            <a:r>
              <a:rPr lang="en-GB" sz="15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</a:t>
            </a:r>
            <a:r>
              <a:rPr lang="en-GB" sz="1500" b="0" i="0" u="none" strike="noStrike" cap="none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PhotoImage</a:t>
            </a:r>
            <a:r>
              <a:rPr lang="en-GB" sz="15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(resized_image)</a:t>
            </a:r>
            <a:endParaRPr sz="15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Light" panose="020F0502020204030203"/>
              <a:buChar char="○"/>
            </a:pPr>
            <a:r>
              <a:rPr lang="en-GB" sz="22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Display image using Label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1500" b="0" i="0" u="none" strike="noStrike" cap="none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Label</a:t>
            </a:r>
            <a:r>
              <a:rPr lang="en-GB" sz="15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(root,image=new_image).pack()</a:t>
            </a:r>
            <a:endParaRPr sz="22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854" name="Google Shape;1854;p155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6" name="Google Shape;1856;p155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57" name="Google Shape;1857;p155"/>
          <p:cNvSpPr txBox="1">
            <a:spLocks noGrp="1"/>
          </p:cNvSpPr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56"/>
          <p:cNvSpPr txBox="1">
            <a:spLocks noGrp="1"/>
          </p:cNvSpPr>
          <p:nvPr>
            <p:ph type="ctrTitle" idx="4294967295"/>
          </p:nvPr>
        </p:nvSpPr>
        <p:spPr>
          <a:xfrm>
            <a:off x="2505000" y="349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Exercise - Working with images</a:t>
            </a: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pic>
        <p:nvPicPr>
          <p:cNvPr id="1865" name="Google Shape;1865;p15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652100" y="4679925"/>
            <a:ext cx="375674" cy="37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156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67" name="Google Shape;1867;p156"/>
          <p:cNvSpPr txBox="1">
            <a:spLocks noGrp="1"/>
          </p:cNvSpPr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Graphical User Interface -Tkinter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68" name="Google Shape;1868;p156"/>
          <p:cNvSpPr/>
          <p:nvPr/>
        </p:nvSpPr>
        <p:spPr>
          <a:xfrm>
            <a:off x="2909570" y="701675"/>
            <a:ext cx="5872480" cy="3978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from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200" b="0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tkinter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from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200" b="0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PIL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200" b="0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ImageTk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Image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 = </a:t>
            </a:r>
            <a:r>
              <a:rPr lang="en-GB" sz="1200" b="0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Tk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Set window size</a:t>
            </a:r>
            <a:endParaRPr sz="1200" b="0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root.geometry(</a:t>
            </a:r>
            <a:r>
              <a:rPr lang="en-GB" sz="1200" b="0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"400x200"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Set window color</a:t>
            </a:r>
            <a:endParaRPr sz="1200" b="0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root[</a:t>
            </a:r>
            <a:r>
              <a:rPr lang="en-GB" sz="1200" b="0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'bg'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]=</a:t>
            </a:r>
            <a:r>
              <a:rPr lang="en-GB" sz="1200" b="0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'white'</a:t>
            </a:r>
            <a:endParaRPr sz="1200" b="0" i="0" u="none" strike="noStrike" cap="none" dirty="0">
              <a:solidFill>
                <a:srgbClr val="A3151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Label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(root,text=</a:t>
            </a:r>
            <a:r>
              <a:rPr lang="en-GB" sz="1200" b="0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"Working with image"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).pack()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#Load an image in the script</a:t>
            </a:r>
            <a:endParaRPr sz="1200" b="0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img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= Image.open(</a:t>
            </a:r>
            <a:r>
              <a:rPr lang="en-GB" sz="1200" b="0" i="0" u="none" strike="noStrike" cap="none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"pizza.jpg"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#Resize the Image using resize method</a:t>
            </a:r>
            <a:endParaRPr sz="1200" b="0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resized_image= </a:t>
            </a:r>
            <a:r>
              <a:rPr lang="en-GB" sz="1200" b="0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img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.resize((100,100))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new_image= </a:t>
            </a:r>
            <a:r>
              <a:rPr lang="en-GB" sz="1200" b="0" i="0" u="none" strike="noStrike" cap="none" dirty="0">
                <a:solidFill>
                  <a:srgbClr val="6F00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ImageTk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</a:t>
            </a:r>
            <a:r>
              <a:rPr lang="en-GB" sz="1200" b="0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PhotoImage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(resized_image)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Label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(root,image=new_image).pack()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root.mainloop()</a:t>
            </a:r>
            <a:endParaRPr sz="1200" b="0" i="0" u="none" strike="noStrike" cap="none" dirty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 dirty="0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 dirty="0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pic>
        <p:nvPicPr>
          <p:cNvPr id="1870" name="Google Shape;1870;p15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622" y="3031247"/>
            <a:ext cx="2779300" cy="15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04"/>
          <p:cNvSpPr txBox="1"/>
          <p:nvPr>
            <p:ph type="title"/>
          </p:nvPr>
        </p:nvSpPr>
        <p:spPr>
          <a:xfrm>
            <a:off x="775825" y="1944600"/>
            <a:ext cx="6718200" cy="20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Working with Files</a:t>
            </a:r>
            <a:endParaRPr lang="en-GB"/>
          </a:p>
        </p:txBody>
      </p:sp>
      <p:sp>
        <p:nvSpPr>
          <p:cNvPr id="1565" name="Google Shape;1565;p104"/>
          <p:cNvSpPr txBox="1"/>
          <p:nvPr>
            <p:ph type="title" idx="2"/>
          </p:nvPr>
        </p:nvSpPr>
        <p:spPr>
          <a:xfrm>
            <a:off x="775825" y="1012934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1566" name="Google Shape;1566;p104"/>
          <p:cNvSpPr/>
          <p:nvPr/>
        </p:nvSpPr>
        <p:spPr>
          <a:xfrm>
            <a:off x="7431358" y="-49677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7" name="Google Shape;1567;p104"/>
          <p:cNvSpPr/>
          <p:nvPr/>
        </p:nvSpPr>
        <p:spPr>
          <a:xfrm>
            <a:off x="-2668667" y="1732397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568" name="Google Shape;1568;p104"/>
          <p:cNvGrpSpPr/>
          <p:nvPr/>
        </p:nvGrpSpPr>
        <p:grpSpPr>
          <a:xfrm>
            <a:off x="6929886" y="2740943"/>
            <a:ext cx="530726" cy="562141"/>
            <a:chOff x="6082138" y="2692724"/>
            <a:chExt cx="343178" cy="301464"/>
          </a:xfrm>
        </p:grpSpPr>
        <p:sp>
          <p:nvSpPr>
            <p:cNvPr id="1569" name="Google Shape;1569;p104"/>
            <p:cNvSpPr/>
            <p:nvPr/>
          </p:nvSpPr>
          <p:spPr>
            <a:xfrm>
              <a:off x="6082138" y="2692724"/>
              <a:ext cx="343177" cy="301464"/>
            </a:xfrm>
            <a:custGeom>
              <a:avLst/>
              <a:gdLst/>
              <a:ahLst/>
              <a:cxnLst/>
              <a:rect l="l" t="t" r="r" b="b"/>
              <a:pathLst>
                <a:path w="14924" h="13110" extrusionOk="0">
                  <a:moveTo>
                    <a:pt x="7095" y="3001"/>
                  </a:moveTo>
                  <a:cubicBezTo>
                    <a:pt x="7148" y="3001"/>
                    <a:pt x="7171" y="3025"/>
                    <a:pt x="7171" y="3077"/>
                  </a:cubicBezTo>
                  <a:lnTo>
                    <a:pt x="7171" y="3728"/>
                  </a:lnTo>
                  <a:lnTo>
                    <a:pt x="6368" y="3728"/>
                  </a:lnTo>
                  <a:cubicBezTo>
                    <a:pt x="6008" y="3728"/>
                    <a:pt x="5694" y="4042"/>
                    <a:pt x="5694" y="4409"/>
                  </a:cubicBezTo>
                  <a:lnTo>
                    <a:pt x="5694" y="5037"/>
                  </a:lnTo>
                  <a:cubicBezTo>
                    <a:pt x="5694" y="5089"/>
                    <a:pt x="5670" y="5136"/>
                    <a:pt x="5618" y="5136"/>
                  </a:cubicBezTo>
                  <a:lnTo>
                    <a:pt x="1210" y="5136"/>
                  </a:lnTo>
                  <a:lnTo>
                    <a:pt x="1210" y="3077"/>
                  </a:lnTo>
                  <a:cubicBezTo>
                    <a:pt x="1210" y="3025"/>
                    <a:pt x="1233" y="3001"/>
                    <a:pt x="1280" y="3001"/>
                  </a:cubicBezTo>
                  <a:close/>
                  <a:moveTo>
                    <a:pt x="9474" y="0"/>
                  </a:moveTo>
                  <a:cubicBezTo>
                    <a:pt x="9084" y="0"/>
                    <a:pt x="8793" y="315"/>
                    <a:pt x="8793" y="675"/>
                  </a:cubicBezTo>
                  <a:lnTo>
                    <a:pt x="8793" y="1309"/>
                  </a:lnTo>
                  <a:cubicBezTo>
                    <a:pt x="8793" y="1356"/>
                    <a:pt x="8747" y="1402"/>
                    <a:pt x="8695" y="1402"/>
                  </a:cubicBezTo>
                  <a:lnTo>
                    <a:pt x="3827" y="1402"/>
                  </a:lnTo>
                  <a:cubicBezTo>
                    <a:pt x="3437" y="1402"/>
                    <a:pt x="3123" y="1693"/>
                    <a:pt x="3123" y="2082"/>
                  </a:cubicBezTo>
                  <a:lnTo>
                    <a:pt x="3123" y="2565"/>
                  </a:lnTo>
                  <a:lnTo>
                    <a:pt x="1280" y="2565"/>
                  </a:lnTo>
                  <a:cubicBezTo>
                    <a:pt x="989" y="2565"/>
                    <a:pt x="774" y="2786"/>
                    <a:pt x="774" y="3077"/>
                  </a:cubicBezTo>
                  <a:lnTo>
                    <a:pt x="774" y="5136"/>
                  </a:lnTo>
                  <a:lnTo>
                    <a:pt x="675" y="5136"/>
                  </a:lnTo>
                  <a:cubicBezTo>
                    <a:pt x="314" y="5136"/>
                    <a:pt x="0" y="5427"/>
                    <a:pt x="0" y="5816"/>
                  </a:cubicBezTo>
                  <a:lnTo>
                    <a:pt x="0" y="12429"/>
                  </a:lnTo>
                  <a:cubicBezTo>
                    <a:pt x="0" y="12818"/>
                    <a:pt x="314" y="13109"/>
                    <a:pt x="675" y="13109"/>
                  </a:cubicBezTo>
                  <a:lnTo>
                    <a:pt x="2007" y="13109"/>
                  </a:lnTo>
                  <a:cubicBezTo>
                    <a:pt x="2129" y="13109"/>
                    <a:pt x="2228" y="13010"/>
                    <a:pt x="2228" y="12888"/>
                  </a:cubicBezTo>
                  <a:cubicBezTo>
                    <a:pt x="2228" y="12766"/>
                    <a:pt x="2129" y="12673"/>
                    <a:pt x="2007" y="12673"/>
                  </a:cubicBezTo>
                  <a:lnTo>
                    <a:pt x="675" y="12673"/>
                  </a:lnTo>
                  <a:cubicBezTo>
                    <a:pt x="529" y="12673"/>
                    <a:pt x="436" y="12574"/>
                    <a:pt x="436" y="12429"/>
                  </a:cubicBezTo>
                  <a:lnTo>
                    <a:pt x="436" y="5816"/>
                  </a:lnTo>
                  <a:cubicBezTo>
                    <a:pt x="436" y="5671"/>
                    <a:pt x="529" y="5572"/>
                    <a:pt x="675" y="5572"/>
                  </a:cubicBezTo>
                  <a:lnTo>
                    <a:pt x="5618" y="5572"/>
                  </a:lnTo>
                  <a:cubicBezTo>
                    <a:pt x="5909" y="5572"/>
                    <a:pt x="6130" y="5328"/>
                    <a:pt x="6130" y="5037"/>
                  </a:cubicBezTo>
                  <a:lnTo>
                    <a:pt x="6130" y="4409"/>
                  </a:lnTo>
                  <a:cubicBezTo>
                    <a:pt x="6130" y="4287"/>
                    <a:pt x="6252" y="4188"/>
                    <a:pt x="6368" y="4188"/>
                  </a:cubicBezTo>
                  <a:lnTo>
                    <a:pt x="9858" y="4188"/>
                  </a:lnTo>
                  <a:cubicBezTo>
                    <a:pt x="9980" y="4188"/>
                    <a:pt x="10102" y="4287"/>
                    <a:pt x="10102" y="4409"/>
                  </a:cubicBezTo>
                  <a:lnTo>
                    <a:pt x="10102" y="5037"/>
                  </a:lnTo>
                  <a:cubicBezTo>
                    <a:pt x="10102" y="5328"/>
                    <a:pt x="10323" y="5572"/>
                    <a:pt x="10614" y="5572"/>
                  </a:cubicBezTo>
                  <a:lnTo>
                    <a:pt x="11096" y="5572"/>
                  </a:lnTo>
                  <a:cubicBezTo>
                    <a:pt x="11242" y="5572"/>
                    <a:pt x="11341" y="5671"/>
                    <a:pt x="11341" y="5816"/>
                  </a:cubicBezTo>
                  <a:lnTo>
                    <a:pt x="11341" y="12429"/>
                  </a:lnTo>
                  <a:cubicBezTo>
                    <a:pt x="11341" y="12574"/>
                    <a:pt x="11242" y="12673"/>
                    <a:pt x="11096" y="12673"/>
                  </a:cubicBezTo>
                  <a:lnTo>
                    <a:pt x="3077" y="12673"/>
                  </a:lnTo>
                  <a:cubicBezTo>
                    <a:pt x="2954" y="12673"/>
                    <a:pt x="2856" y="12766"/>
                    <a:pt x="2856" y="12888"/>
                  </a:cubicBezTo>
                  <a:cubicBezTo>
                    <a:pt x="2856" y="13010"/>
                    <a:pt x="2954" y="13109"/>
                    <a:pt x="3077" y="13109"/>
                  </a:cubicBezTo>
                  <a:lnTo>
                    <a:pt x="11096" y="13109"/>
                  </a:lnTo>
                  <a:cubicBezTo>
                    <a:pt x="11486" y="13109"/>
                    <a:pt x="11777" y="12818"/>
                    <a:pt x="11777" y="12429"/>
                  </a:cubicBezTo>
                  <a:lnTo>
                    <a:pt x="11777" y="5816"/>
                  </a:lnTo>
                  <a:cubicBezTo>
                    <a:pt x="11777" y="5427"/>
                    <a:pt x="11486" y="5136"/>
                    <a:pt x="11096" y="5136"/>
                  </a:cubicBezTo>
                  <a:lnTo>
                    <a:pt x="10614" y="5136"/>
                  </a:lnTo>
                  <a:cubicBezTo>
                    <a:pt x="10561" y="5136"/>
                    <a:pt x="10538" y="5089"/>
                    <a:pt x="10538" y="5037"/>
                  </a:cubicBezTo>
                  <a:lnTo>
                    <a:pt x="10538" y="4409"/>
                  </a:lnTo>
                  <a:cubicBezTo>
                    <a:pt x="10538" y="4042"/>
                    <a:pt x="10224" y="3728"/>
                    <a:pt x="9858" y="3728"/>
                  </a:cubicBezTo>
                  <a:lnTo>
                    <a:pt x="7607" y="3728"/>
                  </a:lnTo>
                  <a:lnTo>
                    <a:pt x="7607" y="3077"/>
                  </a:lnTo>
                  <a:cubicBezTo>
                    <a:pt x="7607" y="2786"/>
                    <a:pt x="7386" y="2565"/>
                    <a:pt x="7095" y="2565"/>
                  </a:cubicBezTo>
                  <a:lnTo>
                    <a:pt x="3583" y="2565"/>
                  </a:lnTo>
                  <a:lnTo>
                    <a:pt x="3583" y="2082"/>
                  </a:lnTo>
                  <a:cubicBezTo>
                    <a:pt x="3583" y="1937"/>
                    <a:pt x="3681" y="1838"/>
                    <a:pt x="3827" y="1838"/>
                  </a:cubicBezTo>
                  <a:lnTo>
                    <a:pt x="8695" y="1838"/>
                  </a:lnTo>
                  <a:cubicBezTo>
                    <a:pt x="8985" y="1838"/>
                    <a:pt x="9230" y="1600"/>
                    <a:pt x="9230" y="1309"/>
                  </a:cubicBezTo>
                  <a:lnTo>
                    <a:pt x="9230" y="675"/>
                  </a:lnTo>
                  <a:cubicBezTo>
                    <a:pt x="9230" y="553"/>
                    <a:pt x="9329" y="437"/>
                    <a:pt x="9474" y="437"/>
                  </a:cubicBezTo>
                  <a:lnTo>
                    <a:pt x="12987" y="437"/>
                  </a:lnTo>
                  <a:cubicBezTo>
                    <a:pt x="13132" y="437"/>
                    <a:pt x="13231" y="553"/>
                    <a:pt x="13231" y="675"/>
                  </a:cubicBezTo>
                  <a:lnTo>
                    <a:pt x="13231" y="1309"/>
                  </a:lnTo>
                  <a:cubicBezTo>
                    <a:pt x="13231" y="1600"/>
                    <a:pt x="13469" y="1838"/>
                    <a:pt x="13760" y="1838"/>
                  </a:cubicBezTo>
                  <a:lnTo>
                    <a:pt x="14249" y="1838"/>
                  </a:lnTo>
                  <a:cubicBezTo>
                    <a:pt x="14394" y="1838"/>
                    <a:pt x="14487" y="1937"/>
                    <a:pt x="14487" y="2082"/>
                  </a:cubicBezTo>
                  <a:lnTo>
                    <a:pt x="14487" y="3147"/>
                  </a:lnTo>
                  <a:cubicBezTo>
                    <a:pt x="14487" y="3269"/>
                    <a:pt x="14586" y="3368"/>
                    <a:pt x="14708" y="3368"/>
                  </a:cubicBezTo>
                  <a:cubicBezTo>
                    <a:pt x="14830" y="3368"/>
                    <a:pt x="14923" y="3269"/>
                    <a:pt x="14923" y="3147"/>
                  </a:cubicBezTo>
                  <a:lnTo>
                    <a:pt x="14923" y="2082"/>
                  </a:lnTo>
                  <a:cubicBezTo>
                    <a:pt x="14923" y="1693"/>
                    <a:pt x="14609" y="1402"/>
                    <a:pt x="14249" y="1402"/>
                  </a:cubicBezTo>
                  <a:lnTo>
                    <a:pt x="13760" y="1402"/>
                  </a:lnTo>
                  <a:cubicBezTo>
                    <a:pt x="13714" y="1402"/>
                    <a:pt x="13667" y="1356"/>
                    <a:pt x="13667" y="1309"/>
                  </a:cubicBezTo>
                  <a:lnTo>
                    <a:pt x="13667" y="675"/>
                  </a:lnTo>
                  <a:cubicBezTo>
                    <a:pt x="13667" y="315"/>
                    <a:pt x="13376" y="0"/>
                    <a:pt x="12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0" name="Google Shape;1570;p104"/>
            <p:cNvSpPr/>
            <p:nvPr/>
          </p:nvSpPr>
          <p:spPr>
            <a:xfrm>
              <a:off x="6367920" y="2784589"/>
              <a:ext cx="57396" cy="123736"/>
            </a:xfrm>
            <a:custGeom>
              <a:avLst/>
              <a:gdLst/>
              <a:ahLst/>
              <a:cxnLst/>
              <a:rect l="l" t="t" r="r" b="b"/>
              <a:pathLst>
                <a:path w="2496" h="5381" extrusionOk="0">
                  <a:moveTo>
                    <a:pt x="2280" y="1"/>
                  </a:moveTo>
                  <a:cubicBezTo>
                    <a:pt x="2158" y="1"/>
                    <a:pt x="2059" y="100"/>
                    <a:pt x="2059" y="222"/>
                  </a:cubicBezTo>
                  <a:lnTo>
                    <a:pt x="2059" y="4700"/>
                  </a:lnTo>
                  <a:cubicBezTo>
                    <a:pt x="2059" y="4822"/>
                    <a:pt x="1966" y="4944"/>
                    <a:pt x="1821" y="4944"/>
                  </a:cubicBezTo>
                  <a:lnTo>
                    <a:pt x="245" y="4944"/>
                  </a:lnTo>
                  <a:cubicBezTo>
                    <a:pt x="122" y="4944"/>
                    <a:pt x="0" y="5043"/>
                    <a:pt x="0" y="5165"/>
                  </a:cubicBezTo>
                  <a:cubicBezTo>
                    <a:pt x="0" y="5282"/>
                    <a:pt x="122" y="5380"/>
                    <a:pt x="245" y="5380"/>
                  </a:cubicBezTo>
                  <a:lnTo>
                    <a:pt x="1821" y="5380"/>
                  </a:lnTo>
                  <a:cubicBezTo>
                    <a:pt x="2181" y="5380"/>
                    <a:pt x="2495" y="5066"/>
                    <a:pt x="2495" y="4700"/>
                  </a:cubicBezTo>
                  <a:lnTo>
                    <a:pt x="2495" y="222"/>
                  </a:lnTo>
                  <a:cubicBezTo>
                    <a:pt x="2495" y="100"/>
                    <a:pt x="2402" y="1"/>
                    <a:pt x="2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1" name="Google Shape;1571;p104"/>
            <p:cNvSpPr/>
            <p:nvPr/>
          </p:nvSpPr>
          <p:spPr>
            <a:xfrm>
              <a:off x="6122241" y="2776840"/>
              <a:ext cx="39482" cy="10049"/>
            </a:xfrm>
            <a:custGeom>
              <a:avLst/>
              <a:gdLst/>
              <a:ahLst/>
              <a:cxnLst/>
              <a:rect l="l" t="t" r="r" b="b"/>
              <a:pathLst>
                <a:path w="1717" h="437" extrusionOk="0">
                  <a:moveTo>
                    <a:pt x="216" y="1"/>
                  </a:moveTo>
                  <a:cubicBezTo>
                    <a:pt x="94" y="1"/>
                    <a:pt x="1" y="94"/>
                    <a:pt x="1" y="216"/>
                  </a:cubicBezTo>
                  <a:cubicBezTo>
                    <a:pt x="1" y="338"/>
                    <a:pt x="94" y="437"/>
                    <a:pt x="216" y="437"/>
                  </a:cubicBezTo>
                  <a:lnTo>
                    <a:pt x="1501" y="437"/>
                  </a:lnTo>
                  <a:cubicBezTo>
                    <a:pt x="1623" y="437"/>
                    <a:pt x="1716" y="338"/>
                    <a:pt x="1716" y="216"/>
                  </a:cubicBezTo>
                  <a:cubicBezTo>
                    <a:pt x="1716" y="94"/>
                    <a:pt x="1623" y="1"/>
                    <a:pt x="1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2" name="Google Shape;1572;p104"/>
            <p:cNvSpPr/>
            <p:nvPr/>
          </p:nvSpPr>
          <p:spPr>
            <a:xfrm>
              <a:off x="6174003" y="2776840"/>
              <a:ext cx="15660" cy="10049"/>
            </a:xfrm>
            <a:custGeom>
              <a:avLst/>
              <a:gdLst/>
              <a:ahLst/>
              <a:cxnLst/>
              <a:rect l="l" t="t" r="r" b="b"/>
              <a:pathLst>
                <a:path w="681" h="437" extrusionOk="0">
                  <a:moveTo>
                    <a:pt x="221" y="1"/>
                  </a:moveTo>
                  <a:cubicBezTo>
                    <a:pt x="99" y="1"/>
                    <a:pt x="0" y="94"/>
                    <a:pt x="0" y="216"/>
                  </a:cubicBezTo>
                  <a:cubicBezTo>
                    <a:pt x="0" y="338"/>
                    <a:pt x="99" y="437"/>
                    <a:pt x="221" y="437"/>
                  </a:cubicBezTo>
                  <a:lnTo>
                    <a:pt x="460" y="437"/>
                  </a:lnTo>
                  <a:cubicBezTo>
                    <a:pt x="582" y="437"/>
                    <a:pt x="681" y="338"/>
                    <a:pt x="681" y="216"/>
                  </a:cubicBezTo>
                  <a:cubicBezTo>
                    <a:pt x="681" y="94"/>
                    <a:pt x="582" y="1"/>
                    <a:pt x="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05"/>
          <p:cNvSpPr txBox="1"/>
          <p:nvPr>
            <p:ph type="title" idx="4294967295"/>
          </p:nvPr>
        </p:nvSpPr>
        <p:spPr>
          <a:xfrm>
            <a:off x="720000" y="4397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Working with Files</a:t>
            </a:r>
            <a:endParaRPr sz="2500"/>
          </a:p>
        </p:txBody>
      </p:sp>
      <p:sp>
        <p:nvSpPr>
          <p:cNvPr id="1578" name="Google Shape;1578;p105"/>
          <p:cNvSpPr txBox="1"/>
          <p:nvPr>
            <p:ph type="subTitle" idx="4294967295"/>
          </p:nvPr>
        </p:nvSpPr>
        <p:spPr>
          <a:xfrm>
            <a:off x="1000375" y="2691525"/>
            <a:ext cx="27822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Learn to work with files</a:t>
            </a:r>
            <a:endParaRPr sz="14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Read data from files</a:t>
            </a:r>
            <a:endParaRPr sz="14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Write data to files </a:t>
            </a:r>
            <a:endParaRPr sz="14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None/>
            </a:pPr>
            <a:endParaRPr sz="14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79" name="Google Shape;1579;p105"/>
          <p:cNvSpPr txBox="1"/>
          <p:nvPr>
            <p:ph type="subTitle" idx="4294967295"/>
          </p:nvPr>
        </p:nvSpPr>
        <p:spPr>
          <a:xfrm>
            <a:off x="4665025" y="2728450"/>
            <a:ext cx="4192200" cy="10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Understand how to use regular expressions for text</a:t>
            </a:r>
            <a:endParaRPr sz="14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Searching or string replacement</a:t>
            </a:r>
            <a:endParaRPr sz="14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None/>
            </a:pPr>
            <a:endParaRPr sz="14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80" name="Google Shape;1580;p105"/>
          <p:cNvSpPr txBox="1"/>
          <p:nvPr>
            <p:ph type="title" idx="4294967295"/>
          </p:nvPr>
        </p:nvSpPr>
        <p:spPr>
          <a:xfrm>
            <a:off x="1000375" y="1629101"/>
            <a:ext cx="7347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581" name="Google Shape;1581;p105"/>
          <p:cNvSpPr txBox="1"/>
          <p:nvPr>
            <p:ph type="title" idx="4294967295"/>
          </p:nvPr>
        </p:nvSpPr>
        <p:spPr>
          <a:xfrm>
            <a:off x="4665021" y="1666026"/>
            <a:ext cx="7347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>
                <a:solidFill>
                  <a:schemeClr val="accent1"/>
                </a:solidFill>
              </a:rPr>
              <a:t>02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582" name="Google Shape;1582;p105"/>
          <p:cNvSpPr txBox="1"/>
          <p:nvPr>
            <p:ph type="subTitle" idx="4294967295"/>
          </p:nvPr>
        </p:nvSpPr>
        <p:spPr>
          <a:xfrm>
            <a:off x="1000375" y="2277550"/>
            <a:ext cx="2586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None/>
            </a:pPr>
            <a:r>
              <a:rPr lang="en-GB" sz="22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File Handling</a:t>
            </a:r>
            <a:endParaRPr sz="2200" b="1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1583" name="Google Shape;1583;p105"/>
          <p:cNvGrpSpPr/>
          <p:nvPr/>
        </p:nvGrpSpPr>
        <p:grpSpPr>
          <a:xfrm>
            <a:off x="485204" y="637172"/>
            <a:ext cx="234788" cy="188409"/>
            <a:chOff x="4424582" y="1819850"/>
            <a:chExt cx="98427" cy="78984"/>
          </a:xfrm>
        </p:grpSpPr>
        <p:sp>
          <p:nvSpPr>
            <p:cNvPr id="1584" name="Google Shape;1584;p105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5" name="Google Shape;1585;p105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586" name="Google Shape;1586;p105"/>
          <p:cNvSpPr txBox="1"/>
          <p:nvPr>
            <p:ph type="subTitle" idx="4294967295"/>
          </p:nvPr>
        </p:nvSpPr>
        <p:spPr>
          <a:xfrm>
            <a:off x="4524325" y="2277550"/>
            <a:ext cx="3462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None/>
            </a:pPr>
            <a:r>
              <a:rPr lang="en-GB" sz="22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Regular Expressions</a:t>
            </a:r>
            <a:endParaRPr sz="2200" b="1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1587" name="Google Shape;1587;p105"/>
          <p:cNvGrpSpPr/>
          <p:nvPr/>
        </p:nvGrpSpPr>
        <p:grpSpPr>
          <a:xfrm flipH="1">
            <a:off x="6653242" y="227681"/>
            <a:ext cx="1674329" cy="784771"/>
            <a:chOff x="-4182420" y="20059"/>
            <a:chExt cx="1789387" cy="838699"/>
          </a:xfrm>
        </p:grpSpPr>
        <p:grpSp>
          <p:nvGrpSpPr>
            <p:cNvPr id="1588" name="Google Shape;1588;p105"/>
            <p:cNvGrpSpPr/>
            <p:nvPr/>
          </p:nvGrpSpPr>
          <p:grpSpPr>
            <a:xfrm>
              <a:off x="-3554488" y="20059"/>
              <a:ext cx="688617" cy="567199"/>
              <a:chOff x="4646862" y="1815214"/>
              <a:chExt cx="226229" cy="186340"/>
            </a:xfrm>
          </p:grpSpPr>
          <p:sp>
            <p:nvSpPr>
              <p:cNvPr id="1589" name="Google Shape;1589;p105"/>
              <p:cNvSpPr/>
              <p:nvPr/>
            </p:nvSpPr>
            <p:spPr>
              <a:xfrm>
                <a:off x="4646862" y="1841622"/>
                <a:ext cx="199578" cy="159932"/>
              </a:xfrm>
              <a:custGeom>
                <a:avLst/>
                <a:gdLst/>
                <a:ahLst/>
                <a:cxnLst/>
                <a:rect l="l" t="t" r="r" b="b"/>
                <a:pathLst>
                  <a:path w="5774" h="4627" extrusionOk="0">
                    <a:moveTo>
                      <a:pt x="1" y="0"/>
                    </a:moveTo>
                    <a:lnTo>
                      <a:pt x="1" y="4627"/>
                    </a:lnTo>
                    <a:lnTo>
                      <a:pt x="5774" y="4627"/>
                    </a:lnTo>
                    <a:lnTo>
                      <a:pt x="57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90" name="Google Shape;1590;p105"/>
              <p:cNvSpPr/>
              <p:nvPr/>
            </p:nvSpPr>
            <p:spPr>
              <a:xfrm>
                <a:off x="4673271" y="1815214"/>
                <a:ext cx="199820" cy="159932"/>
              </a:xfrm>
              <a:custGeom>
                <a:avLst/>
                <a:gdLst/>
                <a:ahLst/>
                <a:cxnLst/>
                <a:rect l="l" t="t" r="r" b="b"/>
                <a:pathLst>
                  <a:path w="5781" h="4627" extrusionOk="0">
                    <a:moveTo>
                      <a:pt x="1" y="0"/>
                    </a:moveTo>
                    <a:lnTo>
                      <a:pt x="1" y="4627"/>
                    </a:lnTo>
                    <a:lnTo>
                      <a:pt x="5781" y="4627"/>
                    </a:lnTo>
                    <a:lnTo>
                      <a:pt x="57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91" name="Google Shape;1591;p105"/>
              <p:cNvSpPr/>
              <p:nvPr/>
            </p:nvSpPr>
            <p:spPr>
              <a:xfrm>
                <a:off x="4844441" y="1827415"/>
                <a:ext cx="16418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15" extrusionOk="0">
                    <a:moveTo>
                      <a:pt x="1" y="1"/>
                    </a:moveTo>
                    <a:lnTo>
                      <a:pt x="1" y="114"/>
                    </a:lnTo>
                    <a:lnTo>
                      <a:pt x="475" y="114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92" name="Google Shape;1592;p105"/>
              <p:cNvSpPr/>
              <p:nvPr/>
            </p:nvSpPr>
            <p:spPr>
              <a:xfrm>
                <a:off x="4735386" y="1827415"/>
                <a:ext cx="90768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115" extrusionOk="0">
                    <a:moveTo>
                      <a:pt x="1" y="1"/>
                    </a:moveTo>
                    <a:lnTo>
                      <a:pt x="1" y="114"/>
                    </a:lnTo>
                    <a:lnTo>
                      <a:pt x="2625" y="114"/>
                    </a:lnTo>
                    <a:lnTo>
                      <a:pt x="262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93" name="Google Shape;1593;p105"/>
              <p:cNvSpPr/>
              <p:nvPr/>
            </p:nvSpPr>
            <p:spPr>
              <a:xfrm>
                <a:off x="4843473" y="1847740"/>
                <a:ext cx="3940" cy="26442"/>
              </a:xfrm>
              <a:custGeom>
                <a:avLst/>
                <a:gdLst/>
                <a:ahLst/>
                <a:cxnLst/>
                <a:rect l="l" t="t" r="r" b="b"/>
                <a:pathLst>
                  <a:path w="114" h="765" extrusionOk="0">
                    <a:moveTo>
                      <a:pt x="1" y="0"/>
                    </a:moveTo>
                    <a:lnTo>
                      <a:pt x="1" y="764"/>
                    </a:lnTo>
                    <a:lnTo>
                      <a:pt x="114" y="764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94" name="Google Shape;1594;p105"/>
              <p:cNvSpPr/>
              <p:nvPr/>
            </p:nvSpPr>
            <p:spPr>
              <a:xfrm>
                <a:off x="4843473" y="1886350"/>
                <a:ext cx="3940" cy="5409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65" extrusionOk="0">
                    <a:moveTo>
                      <a:pt x="1" y="1"/>
                    </a:moveTo>
                    <a:lnTo>
                      <a:pt x="1" y="1564"/>
                    </a:lnTo>
                    <a:lnTo>
                      <a:pt x="114" y="1564"/>
                    </a:lnTo>
                    <a:lnTo>
                      <a:pt x="11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95" name="Google Shape;1595;p105"/>
              <p:cNvSpPr/>
              <p:nvPr/>
            </p:nvSpPr>
            <p:spPr>
              <a:xfrm>
                <a:off x="4855710" y="1904705"/>
                <a:ext cx="3940" cy="18389"/>
              </a:xfrm>
              <a:custGeom>
                <a:avLst/>
                <a:gdLst/>
                <a:ahLst/>
                <a:cxnLst/>
                <a:rect l="l" t="t" r="r" b="b"/>
                <a:pathLst>
                  <a:path w="114" h="532" extrusionOk="0">
                    <a:moveTo>
                      <a:pt x="0" y="0"/>
                    </a:moveTo>
                    <a:lnTo>
                      <a:pt x="0" y="531"/>
                    </a:lnTo>
                    <a:lnTo>
                      <a:pt x="114" y="531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596" name="Google Shape;1596;p105"/>
            <p:cNvGrpSpPr/>
            <p:nvPr/>
          </p:nvGrpSpPr>
          <p:grpSpPr>
            <a:xfrm>
              <a:off x="-4182420" y="71225"/>
              <a:ext cx="1789387" cy="787533"/>
              <a:chOff x="4802651" y="2120880"/>
              <a:chExt cx="587860" cy="258725"/>
            </a:xfrm>
          </p:grpSpPr>
          <p:sp>
            <p:nvSpPr>
              <p:cNvPr id="1597" name="Google Shape;1597;p105"/>
              <p:cNvSpPr/>
              <p:nvPr/>
            </p:nvSpPr>
            <p:spPr>
              <a:xfrm>
                <a:off x="4820971" y="2152404"/>
                <a:ext cx="538972" cy="223048"/>
              </a:xfrm>
              <a:custGeom>
                <a:avLst/>
                <a:gdLst/>
                <a:ahLst/>
                <a:cxnLst/>
                <a:rect l="l" t="t" r="r" b="b"/>
                <a:pathLst>
                  <a:path w="15593" h="6453" extrusionOk="0">
                    <a:moveTo>
                      <a:pt x="15388" y="1"/>
                    </a:moveTo>
                    <a:lnTo>
                      <a:pt x="11235" y="6042"/>
                    </a:lnTo>
                    <a:lnTo>
                      <a:pt x="8228" y="2180"/>
                    </a:lnTo>
                    <a:lnTo>
                      <a:pt x="5101" y="6071"/>
                    </a:lnTo>
                    <a:lnTo>
                      <a:pt x="2420" y="2774"/>
                    </a:lnTo>
                    <a:lnTo>
                      <a:pt x="1" y="5865"/>
                    </a:lnTo>
                    <a:lnTo>
                      <a:pt x="178" y="6014"/>
                    </a:lnTo>
                    <a:lnTo>
                      <a:pt x="2420" y="3156"/>
                    </a:lnTo>
                    <a:lnTo>
                      <a:pt x="5101" y="6424"/>
                    </a:lnTo>
                    <a:lnTo>
                      <a:pt x="8228" y="2562"/>
                    </a:lnTo>
                    <a:lnTo>
                      <a:pt x="11235" y="6453"/>
                    </a:lnTo>
                    <a:lnTo>
                      <a:pt x="15593" y="121"/>
                    </a:lnTo>
                    <a:lnTo>
                      <a:pt x="153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98" name="Google Shape;1598;p105"/>
              <p:cNvSpPr/>
              <p:nvPr/>
            </p:nvSpPr>
            <p:spPr>
              <a:xfrm>
                <a:off x="4802651" y="2335811"/>
                <a:ext cx="42826" cy="4379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267" extrusionOk="0">
                    <a:moveTo>
                      <a:pt x="623" y="1"/>
                    </a:moveTo>
                    <a:cubicBezTo>
                      <a:pt x="269" y="1"/>
                      <a:pt x="0" y="262"/>
                      <a:pt x="0" y="616"/>
                    </a:cubicBezTo>
                    <a:cubicBezTo>
                      <a:pt x="0" y="970"/>
                      <a:pt x="269" y="1267"/>
                      <a:pt x="623" y="1267"/>
                    </a:cubicBezTo>
                    <a:cubicBezTo>
                      <a:pt x="977" y="1267"/>
                      <a:pt x="1238" y="970"/>
                      <a:pt x="1238" y="616"/>
                    </a:cubicBezTo>
                    <a:cubicBezTo>
                      <a:pt x="1238" y="262"/>
                      <a:pt x="977" y="1"/>
                      <a:pt x="6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99" name="Google Shape;1599;p105"/>
              <p:cNvSpPr/>
              <p:nvPr/>
            </p:nvSpPr>
            <p:spPr>
              <a:xfrm>
                <a:off x="4981875" y="2346077"/>
                <a:ext cx="33805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0" extrusionOk="0">
                    <a:moveTo>
                      <a:pt x="475" y="1"/>
                    </a:moveTo>
                    <a:cubicBezTo>
                      <a:pt x="213" y="1"/>
                      <a:pt x="1" y="206"/>
                      <a:pt x="1" y="468"/>
                    </a:cubicBezTo>
                    <a:cubicBezTo>
                      <a:pt x="1" y="736"/>
                      <a:pt x="213" y="970"/>
                      <a:pt x="475" y="970"/>
                    </a:cubicBezTo>
                    <a:cubicBezTo>
                      <a:pt x="744" y="970"/>
                      <a:pt x="977" y="736"/>
                      <a:pt x="977" y="468"/>
                    </a:cubicBezTo>
                    <a:cubicBezTo>
                      <a:pt x="977" y="206"/>
                      <a:pt x="744" y="1"/>
                      <a:pt x="4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600" name="Google Shape;1600;p105"/>
              <p:cNvSpPr/>
              <p:nvPr/>
            </p:nvSpPr>
            <p:spPr>
              <a:xfrm>
                <a:off x="5191932" y="2346077"/>
                <a:ext cx="33528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970" h="970" extrusionOk="0">
                    <a:moveTo>
                      <a:pt x="468" y="1"/>
                    </a:moveTo>
                    <a:cubicBezTo>
                      <a:pt x="206" y="1"/>
                      <a:pt x="1" y="206"/>
                      <a:pt x="1" y="468"/>
                    </a:cubicBezTo>
                    <a:cubicBezTo>
                      <a:pt x="1" y="736"/>
                      <a:pt x="206" y="970"/>
                      <a:pt x="468" y="970"/>
                    </a:cubicBezTo>
                    <a:cubicBezTo>
                      <a:pt x="736" y="970"/>
                      <a:pt x="970" y="736"/>
                      <a:pt x="970" y="468"/>
                    </a:cubicBezTo>
                    <a:cubicBezTo>
                      <a:pt x="970" y="206"/>
                      <a:pt x="736" y="1"/>
                      <a:pt x="4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601" name="Google Shape;1601;p105"/>
              <p:cNvSpPr/>
              <p:nvPr/>
            </p:nvSpPr>
            <p:spPr>
              <a:xfrm>
                <a:off x="5340600" y="2138232"/>
                <a:ext cx="33805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0" extrusionOk="0">
                    <a:moveTo>
                      <a:pt x="475" y="1"/>
                    </a:moveTo>
                    <a:cubicBezTo>
                      <a:pt x="206" y="1"/>
                      <a:pt x="1" y="206"/>
                      <a:pt x="1" y="467"/>
                    </a:cubicBezTo>
                    <a:cubicBezTo>
                      <a:pt x="1" y="736"/>
                      <a:pt x="206" y="970"/>
                      <a:pt x="475" y="970"/>
                    </a:cubicBezTo>
                    <a:cubicBezTo>
                      <a:pt x="737" y="970"/>
                      <a:pt x="977" y="736"/>
                      <a:pt x="977" y="467"/>
                    </a:cubicBezTo>
                    <a:cubicBezTo>
                      <a:pt x="977" y="206"/>
                      <a:pt x="737" y="1"/>
                      <a:pt x="4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602" name="Google Shape;1602;p105"/>
              <p:cNvSpPr/>
              <p:nvPr/>
            </p:nvSpPr>
            <p:spPr>
              <a:xfrm>
                <a:off x="4882118" y="2231906"/>
                <a:ext cx="44796" cy="44762"/>
              </a:xfrm>
              <a:custGeom>
                <a:avLst/>
                <a:gdLst/>
                <a:ahLst/>
                <a:cxnLst/>
                <a:rect l="l" t="t" r="r" b="b"/>
                <a:pathLst>
                  <a:path w="1296" h="1295" extrusionOk="0">
                    <a:moveTo>
                      <a:pt x="651" y="0"/>
                    </a:moveTo>
                    <a:cubicBezTo>
                      <a:pt x="298" y="0"/>
                      <a:pt x="0" y="297"/>
                      <a:pt x="0" y="651"/>
                    </a:cubicBezTo>
                    <a:cubicBezTo>
                      <a:pt x="0" y="1005"/>
                      <a:pt x="298" y="1295"/>
                      <a:pt x="651" y="1295"/>
                    </a:cubicBezTo>
                    <a:cubicBezTo>
                      <a:pt x="1005" y="1295"/>
                      <a:pt x="1295" y="1005"/>
                      <a:pt x="1295" y="651"/>
                    </a:cubicBezTo>
                    <a:cubicBezTo>
                      <a:pt x="1295" y="297"/>
                      <a:pt x="1005" y="0"/>
                      <a:pt x="6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603" name="Google Shape;1603;p105"/>
              <p:cNvSpPr/>
              <p:nvPr/>
            </p:nvSpPr>
            <p:spPr>
              <a:xfrm>
                <a:off x="5088995" y="2213551"/>
                <a:ext cx="38678" cy="38678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1119" extrusionOk="0">
                    <a:moveTo>
                      <a:pt x="559" y="0"/>
                    </a:moveTo>
                    <a:cubicBezTo>
                      <a:pt x="234" y="0"/>
                      <a:pt x="0" y="262"/>
                      <a:pt x="0" y="559"/>
                    </a:cubicBezTo>
                    <a:cubicBezTo>
                      <a:pt x="0" y="885"/>
                      <a:pt x="234" y="1118"/>
                      <a:pt x="559" y="1118"/>
                    </a:cubicBezTo>
                    <a:cubicBezTo>
                      <a:pt x="856" y="1118"/>
                      <a:pt x="1118" y="885"/>
                      <a:pt x="1118" y="559"/>
                    </a:cubicBezTo>
                    <a:cubicBezTo>
                      <a:pt x="1118" y="262"/>
                      <a:pt x="856" y="0"/>
                      <a:pt x="5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604" name="Google Shape;1604;p105"/>
              <p:cNvSpPr/>
              <p:nvPr/>
            </p:nvSpPr>
            <p:spPr>
              <a:xfrm>
                <a:off x="5323248" y="2120880"/>
                <a:ext cx="67263" cy="67263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946" extrusionOk="0">
                    <a:moveTo>
                      <a:pt x="977" y="113"/>
                    </a:moveTo>
                    <a:cubicBezTo>
                      <a:pt x="1444" y="113"/>
                      <a:pt x="1833" y="503"/>
                      <a:pt x="1833" y="969"/>
                    </a:cubicBezTo>
                    <a:cubicBezTo>
                      <a:pt x="1833" y="1443"/>
                      <a:pt x="1444" y="1825"/>
                      <a:pt x="977" y="1825"/>
                    </a:cubicBezTo>
                    <a:cubicBezTo>
                      <a:pt x="503" y="1825"/>
                      <a:pt x="121" y="1443"/>
                      <a:pt x="121" y="969"/>
                    </a:cubicBezTo>
                    <a:cubicBezTo>
                      <a:pt x="121" y="503"/>
                      <a:pt x="503" y="113"/>
                      <a:pt x="977" y="113"/>
                    </a:cubicBezTo>
                    <a:close/>
                    <a:moveTo>
                      <a:pt x="977" y="0"/>
                    </a:moveTo>
                    <a:cubicBezTo>
                      <a:pt x="446" y="0"/>
                      <a:pt x="1" y="439"/>
                      <a:pt x="1" y="969"/>
                    </a:cubicBezTo>
                    <a:cubicBezTo>
                      <a:pt x="1" y="1500"/>
                      <a:pt x="446" y="1946"/>
                      <a:pt x="977" y="1946"/>
                    </a:cubicBezTo>
                    <a:cubicBezTo>
                      <a:pt x="1507" y="1946"/>
                      <a:pt x="1946" y="1500"/>
                      <a:pt x="1946" y="969"/>
                    </a:cubicBezTo>
                    <a:cubicBezTo>
                      <a:pt x="1946" y="439"/>
                      <a:pt x="1507" y="0"/>
                      <a:pt x="9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6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Objectives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Learn to work with files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Read data from files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Write data to files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Understand how to use regular expressions for text searching or string replacement</a:t>
            </a:r>
            <a:endParaRPr sz="22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8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610" name="Google Shape;1610;p106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1" name="Google Shape;1611;p106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12" name="Google Shape;1612;p106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07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</a:t>
            </a: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Python provides built-in functions for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opening a file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reading from a file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writing to a file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closing a file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8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618" name="Google Shape;1618;p107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9" name="Google Shape;1619;p107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20" name="Google Shape;1620;p107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08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US" altLang="en-US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What Are Files?</a:t>
            </a:r>
            <a:br>
              <a:rPr lang="en-US" altLang="en-US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</a:br>
            <a:br>
              <a:rPr lang="en-US" altLang="en-US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</a:br>
            <a:r>
              <a:rPr lang="en-US" altLang="en-US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A file is a collection of data or information that is stored on a computer or other storage device (like a hard drive or USB).</a:t>
            </a:r>
            <a:br>
              <a:rPr lang="en-US" altLang="en-US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</a:br>
            <a:br>
              <a:rPr lang="en-US" altLang="en-US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</a:br>
            <a:r>
              <a:rPr lang="en-US" altLang="en-US" sz="18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You can think of a file as a digital container that holds information — text, images, videos, code, etc.</a:t>
            </a:r>
            <a:endParaRPr lang="en-US" altLang="en-US" sz="18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626" name="Google Shape;1626;p108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7" name="Google Shape;1627;p108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28" name="Google Shape;1628;p108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08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All files must be opened first before they can be read from or written to using the Python’s built-in open() function. 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When a file is opened using open() function, it returns a file object called a file handler that provides methods for accessing the file.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It is important to close the file once the processing is completed.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8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626" name="Google Shape;1626;p108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7" name="Google Shape;1627;p108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28" name="Google Shape;1628;p108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09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 Opening and Closing text files 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Syntax:</a:t>
            </a:r>
            <a:endParaRPr sz="24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4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2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file_handler = open(filename, mode)</a:t>
            </a:r>
            <a:endParaRPr sz="2400" b="0" i="0" u="none" strike="noStrike" cap="none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4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file_handler - file object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filename - the file to be opened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mode - r -read,w-write,a-append…</a:t>
            </a:r>
            <a:endParaRPr sz="24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4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2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file_handler.close()</a:t>
            </a:r>
            <a:endParaRPr sz="2400" b="0" i="0" u="none" strike="noStrike" cap="none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8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634" name="Google Shape;1634;p109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5" name="Google Shape;1635;p109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36" name="Google Shape;1636;p109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110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 Opening text files using with </a:t>
            </a: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Syntax: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2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2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with open (file, mode) as file_handler:</a:t>
            </a:r>
            <a:endParaRPr sz="2000" b="0" i="0" u="none" strike="noStrike" cap="none">
              <a:solidFill>
                <a:schemeClr val="accent2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2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Statement_1 </a:t>
            </a:r>
            <a:endParaRPr sz="2000" b="0" i="0" u="none" strike="noStrike" cap="none">
              <a:solidFill>
                <a:schemeClr val="accent2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2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Statement_2</a:t>
            </a:r>
            <a:endParaRPr sz="2000" b="0" i="0" u="none" strike="noStrike" cap="none">
              <a:solidFill>
                <a:schemeClr val="accent2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2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 . . . </a:t>
            </a:r>
            <a:endParaRPr sz="2000" b="0" i="0" u="none" strike="noStrike" cap="none">
              <a:solidFill>
                <a:schemeClr val="accent2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2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Statement_N</a:t>
            </a:r>
            <a:endParaRPr sz="2200" b="0" i="0" u="none" strike="noStrike" cap="none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It is not required to close file if it is opened using with statement</a:t>
            </a:r>
            <a:endParaRPr sz="2000" b="0" i="0" u="none" strike="noStrike" cap="none">
              <a:solidFill>
                <a:schemeClr val="accent2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8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642" name="Google Shape;1642;p110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3" name="Google Shape;1643;p110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4" name="Google Shape;1644;p110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8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 Reading text files</a:t>
            </a:r>
            <a:endParaRPr sz="2200" b="0" i="1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200"/>
              <a:buFont typeface="Roboto" panose="02000000000000000000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Open a file using open() function.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200"/>
              <a:buFont typeface="Roboto" panose="02000000000000000000"/>
              <a:buChar char="○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Read the content using methods like read(), readline(), or readlines().</a:t>
            </a:r>
            <a:endParaRPr sz="1200" b="0" i="0" u="none" strike="noStrike" cap="none">
              <a:solidFill>
                <a:srgbClr val="0F0F0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2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482" name="Google Shape;482;p38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3" name="Google Shape;483;p38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4" name="Google Shape;484;p38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"/>
          <p:cNvSpPr txBox="1"/>
          <p:nvPr/>
        </p:nvSpPr>
        <p:spPr>
          <a:xfrm>
            <a:off x="491882" y="1387365"/>
            <a:ext cx="9194451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rabi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read()</a:t>
            </a:r>
            <a:endParaRPr lang="en-GB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Purpose: Reads the entire content of the file as a single string.</a:t>
            </a:r>
            <a:endParaRPr lang="en-GB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rabicPeriod" startAt="2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readline()</a:t>
            </a:r>
            <a:endParaRPr lang="en-GB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Purpose: Reads a single line from the file each time it is called.</a:t>
            </a:r>
            <a:endParaRPr lang="en-GB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rabicPeriod" startAt="3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readlines()</a:t>
            </a:r>
            <a:endParaRPr lang="en-GB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Purpose: Reads all the lines in a file and returns them as a</a:t>
            </a:r>
            <a:endParaRPr lang="en-GB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list of strings, where each string represents a line.</a:t>
            </a:r>
            <a:endParaRPr lang="en-GB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11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 Reading text files using read()</a:t>
            </a:r>
            <a:r>
              <a:rPr lang="en-GB" sz="2200" b="0" i="1" u="none" strike="noStrike" cap="none">
                <a:solidFill>
                  <a:srgbClr val="27C7BD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2200" b="0" i="1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Syntax </a:t>
            </a:r>
            <a:r>
              <a:rPr lang="en-GB" sz="2200" b="0" i="0" u="none" strike="noStrike" cap="none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2200" b="0" i="0" u="none" strike="noStrike" cap="none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2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2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file_handler. read([size])</a:t>
            </a:r>
            <a:r>
              <a:rPr lang="en-GB" sz="2200" b="0" i="0" u="none" strike="noStrike" cap="none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2200" b="0" i="0" u="none" strike="noStrike" cap="none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This method is used to read the contents of a file up to a size and return it as a string. 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The argument size is optional, and, if it is not specified, then the entire contents of the file will be read and returned</a:t>
            </a:r>
            <a:endParaRPr sz="18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650" name="Google Shape;1650;p111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1" name="Google Shape;1651;p111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2" name="Google Shape;1652;p111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12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 Reading text files using read()</a:t>
            </a:r>
            <a:r>
              <a:rPr lang="en-GB" sz="2200" b="0" i="1" u="none" strike="noStrike" cap="none">
                <a:solidFill>
                  <a:srgbClr val="27C7BD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2200" b="0" i="1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658" name="Google Shape;1658;p112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9" name="Google Shape;1659;p112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0" name="Google Shape;1660;p112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61" name="Google Shape;1661;p112"/>
          <p:cNvSpPr/>
          <p:nvPr/>
        </p:nvSpPr>
        <p:spPr>
          <a:xfrm>
            <a:off x="3224225" y="1435475"/>
            <a:ext cx="5076000" cy="2707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#Open the file ReadFile1.txt</a:t>
            </a: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'ReadFile1.txt'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	contents = file_handler.read()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	</a:t>
            </a:r>
            <a:r>
              <a:rPr lang="en-GB" sz="12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#contents hold the entire data of the file</a:t>
            </a: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print(contents)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113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7" name="Google Shape;1667;p113"/>
          <p:cNvSpPr txBox="1"/>
          <p:nvPr>
            <p:ph type="title" idx="4294967295"/>
          </p:nvPr>
        </p:nvSpPr>
        <p:spPr>
          <a:xfrm>
            <a:off x="719550" y="462050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Exercise</a:t>
            </a:r>
            <a:endParaRPr lang="en-GB"/>
          </a:p>
        </p:txBody>
      </p:sp>
      <p:sp>
        <p:nvSpPr>
          <p:cNvPr id="1668" name="Google Shape;1668;p113"/>
          <p:cNvSpPr/>
          <p:nvPr/>
        </p:nvSpPr>
        <p:spPr>
          <a:xfrm>
            <a:off x="3423525" y="226400"/>
            <a:ext cx="2491500" cy="449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69" name="Google Shape;1669;p1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484256" y="375256"/>
            <a:ext cx="2321087" cy="4271322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13"/>
          <p:cNvSpPr/>
          <p:nvPr/>
        </p:nvSpPr>
        <p:spPr>
          <a:xfrm>
            <a:off x="6108733" y="226400"/>
            <a:ext cx="2491500" cy="449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71" name="Google Shape;1671;p1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17654" y="397792"/>
            <a:ext cx="2321087" cy="4226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2" name="Google Shape;1672;p1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5300" y="1939592"/>
            <a:ext cx="2669850" cy="126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113"/>
          <p:cNvSpPr/>
          <p:nvPr/>
        </p:nvSpPr>
        <p:spPr>
          <a:xfrm>
            <a:off x="0" y="3939000"/>
            <a:ext cx="2346000" cy="12045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Click Here For</a:t>
            </a:r>
            <a:endParaRPr sz="2000" b="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 panose="020F0502020204030203"/>
              <a:buChar char="○"/>
            </a:pPr>
            <a:r>
              <a:rPr lang="en-GB" sz="2000" b="0" i="0" u="sng" strike="noStrike" cap="none">
                <a:solidFill>
                  <a:schemeClr val="hlink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4"/>
              </a:rPr>
              <a:t>Code file</a:t>
            </a:r>
            <a:endParaRPr sz="2000" b="0" i="0" u="sng" strike="noStrike" cap="none">
              <a:solidFill>
                <a:schemeClr val="hlink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sng" strike="noStrike" cap="none">
              <a:solidFill>
                <a:schemeClr val="hlink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14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9" name="Google Shape;1679;p114"/>
          <p:cNvSpPr txBox="1"/>
          <p:nvPr>
            <p:ph type="title" idx="4294967295"/>
          </p:nvPr>
        </p:nvSpPr>
        <p:spPr>
          <a:xfrm>
            <a:off x="719550" y="462050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Exercise</a:t>
            </a:r>
            <a:endParaRPr lang="en-GB"/>
          </a:p>
        </p:txBody>
      </p:sp>
      <p:sp>
        <p:nvSpPr>
          <p:cNvPr id="1680" name="Google Shape;1680;p114"/>
          <p:cNvSpPr/>
          <p:nvPr/>
        </p:nvSpPr>
        <p:spPr>
          <a:xfrm>
            <a:off x="6081750" y="430950"/>
            <a:ext cx="2540700" cy="4497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81" name="Google Shape;1681;p1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68655" y="590931"/>
            <a:ext cx="2366890" cy="4272034"/>
          </a:xfrm>
          <a:prstGeom prst="rect">
            <a:avLst/>
          </a:prstGeom>
          <a:noFill/>
          <a:ln>
            <a:noFill/>
          </a:ln>
        </p:spPr>
      </p:pic>
      <p:sp>
        <p:nvSpPr>
          <p:cNvPr id="1682" name="Google Shape;1682;p114"/>
          <p:cNvSpPr/>
          <p:nvPr/>
        </p:nvSpPr>
        <p:spPr>
          <a:xfrm>
            <a:off x="279675" y="1918700"/>
            <a:ext cx="5679600" cy="26301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#Create text area to read contents from the file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 = Text(main, width=40, height=10)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txtarea.place(x=20, y=40, height=125, width=200)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#Create a button to open the file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Button(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main,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text=</a:t>
            </a:r>
            <a:r>
              <a:rPr lang="en-GB" sz="120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"Open File"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command=openFile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).place(x=20, y=200, height=25, width=200)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15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88" name="Google Shape;1688;p115"/>
          <p:cNvSpPr txBox="1"/>
          <p:nvPr>
            <p:ph type="title" idx="4294967295"/>
          </p:nvPr>
        </p:nvSpPr>
        <p:spPr>
          <a:xfrm>
            <a:off x="719550" y="462050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Exercise</a:t>
            </a:r>
            <a:endParaRPr lang="en-GB"/>
          </a:p>
        </p:txBody>
      </p:sp>
      <p:sp>
        <p:nvSpPr>
          <p:cNvPr id="1689" name="Google Shape;1689;p115"/>
          <p:cNvSpPr/>
          <p:nvPr/>
        </p:nvSpPr>
        <p:spPr>
          <a:xfrm>
            <a:off x="6081750" y="430950"/>
            <a:ext cx="2518500" cy="4497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0" name="Google Shape;1690;p115"/>
          <p:cNvSpPr/>
          <p:nvPr/>
        </p:nvSpPr>
        <p:spPr>
          <a:xfrm>
            <a:off x="281950" y="1811075"/>
            <a:ext cx="5271000" cy="20529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openFile():	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	</a:t>
            </a: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#Open the file rak.txt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	</a:t>
            </a:r>
            <a:r>
              <a:rPr lang="en-GB" sz="120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</a:t>
            </a:r>
            <a:r>
              <a:rPr lang="en-GB" sz="120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'ReadFile1.txt'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20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contents = file_handler.read()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</a:t>
            </a: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#Dispaly contents from file into the text widget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txtarea.insert(END, contents)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print(contents) </a:t>
            </a: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#Print contents on console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pic>
        <p:nvPicPr>
          <p:cNvPr id="1691" name="Google Shape;1691;p1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43750" y="559325"/>
            <a:ext cx="2389975" cy="42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115"/>
          <p:cNvSpPr/>
          <p:nvPr/>
        </p:nvSpPr>
        <p:spPr>
          <a:xfrm>
            <a:off x="321875" y="4217200"/>
            <a:ext cx="5203200" cy="762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#Ensure that Text area is empty for each button click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txtarea.delete(</a:t>
            </a:r>
            <a:r>
              <a:rPr lang="en-GB" sz="120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"1.0"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GB" sz="120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"end"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 	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16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8" name="Google Shape;1698;p116"/>
          <p:cNvSpPr txBox="1"/>
          <p:nvPr>
            <p:ph type="title" idx="4294967295"/>
          </p:nvPr>
        </p:nvSpPr>
        <p:spPr>
          <a:xfrm>
            <a:off x="719550" y="462050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Exercise</a:t>
            </a:r>
            <a:endParaRPr lang="en-GB"/>
          </a:p>
        </p:txBody>
      </p:sp>
      <p:sp>
        <p:nvSpPr>
          <p:cNvPr id="1699" name="Google Shape;1699;p116"/>
          <p:cNvSpPr/>
          <p:nvPr/>
        </p:nvSpPr>
        <p:spPr>
          <a:xfrm>
            <a:off x="6081750" y="430950"/>
            <a:ext cx="2518500" cy="4497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0" name="Google Shape;1700;p116"/>
          <p:cNvSpPr/>
          <p:nvPr/>
        </p:nvSpPr>
        <p:spPr>
          <a:xfrm>
            <a:off x="281950" y="1811075"/>
            <a:ext cx="5271000" cy="20529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openFile():	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	</a:t>
            </a: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#Open the file rak.txt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	</a:t>
            </a:r>
            <a:r>
              <a:rPr lang="en-GB" sz="120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</a:t>
            </a:r>
            <a:r>
              <a:rPr lang="en-GB" sz="120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'ReadFile1.txt'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20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contents = file_handler.read()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</a:t>
            </a: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#Dispaly contents from file into the text widget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txtarea.insert(END, contents)</a:t>
            </a:r>
            <a:endParaRPr sz="120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print(contents) </a:t>
            </a: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#Print contents on console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pic>
        <p:nvPicPr>
          <p:cNvPr id="1701" name="Google Shape;1701;p1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43750" y="559325"/>
            <a:ext cx="2389975" cy="42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16"/>
          <p:cNvSpPr/>
          <p:nvPr/>
        </p:nvSpPr>
        <p:spPr>
          <a:xfrm>
            <a:off x="321875" y="4217200"/>
            <a:ext cx="5203200" cy="762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#Ensure that Text area is empty for each button click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txtarea.delete(</a:t>
            </a:r>
            <a:r>
              <a:rPr lang="en-GB" sz="120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"1.0"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GB" sz="120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"end"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 	</a:t>
            </a:r>
            <a:endParaRPr sz="12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17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 Reading text files using read()</a:t>
            </a:r>
            <a:r>
              <a:rPr lang="en-GB" sz="2200" b="0" i="1" u="none" strike="noStrike" cap="none">
                <a:solidFill>
                  <a:srgbClr val="27C7BD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2200" b="0" i="1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708" name="Google Shape;1708;p117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9" name="Google Shape;1709;p117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10" name="Google Shape;1710;p117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1" name="Google Shape;1711;p117"/>
          <p:cNvSpPr/>
          <p:nvPr/>
        </p:nvSpPr>
        <p:spPr>
          <a:xfrm>
            <a:off x="2621280" y="1962785"/>
            <a:ext cx="5076190" cy="232981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#Create text area to read contents from the file</a:t>
            </a: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 = Text(main, width=40, height=10)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txtarea.place(x=20, y=40, height=125, width=200)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#Create a button to open the file</a:t>
            </a: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Button(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main,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text=</a:t>
            </a:r>
            <a:r>
              <a:rPr lang="en-GB" sz="9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"Open File"</a:t>
            </a: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command=openFile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).place(x=20, y=200, height=25, width=200)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18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 Reading text files using read()</a:t>
            </a:r>
            <a:r>
              <a:rPr lang="en-GB" sz="2200" b="0" i="1" u="none" strike="noStrike" cap="none">
                <a:solidFill>
                  <a:srgbClr val="27C7BD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2200" b="0" i="1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rgbClr val="27C7B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1717" name="Google Shape;1717;p118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8" name="Google Shape;1718;p118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19" name="Google Shape;1719;p118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20" name="Google Shape;1720;p118"/>
          <p:cNvSpPr/>
          <p:nvPr/>
        </p:nvSpPr>
        <p:spPr>
          <a:xfrm>
            <a:off x="3224225" y="1064225"/>
            <a:ext cx="5076000" cy="1720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#Create text area to read contents from the file</a:t>
            </a: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 = Text(main, width=40, height=10)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txtarea.place(x=20, y=40, height=125, width=200)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#Create a button to open the file</a:t>
            </a: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Button(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main,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text=</a:t>
            </a:r>
            <a:r>
              <a:rPr lang="en-GB" sz="9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"Open File"</a:t>
            </a: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command=openFile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).place(x=20, y=200, height=25, width=200)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" name="Google Shape;1721;p118"/>
          <p:cNvSpPr/>
          <p:nvPr/>
        </p:nvSpPr>
        <p:spPr>
          <a:xfrm>
            <a:off x="3376930" y="2938145"/>
            <a:ext cx="5076190" cy="202565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Function call on Button Click</a:t>
            </a: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</a:t>
            </a: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openFile():	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#Ensure that Text area is empty</a:t>
            </a: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txtarea.delete(</a:t>
            </a:r>
            <a:r>
              <a:rPr lang="en-GB" sz="9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"1.0"</a:t>
            </a: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GB" sz="9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"end"</a:t>
            </a: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</a:t>
            </a:r>
            <a:r>
              <a:rPr lang="en-GB" sz="9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#Open the file rak.txt</a:t>
            </a: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</a:t>
            </a:r>
            <a:r>
              <a:rPr lang="en-GB" sz="9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'ReadFile1.txt'</a:t>
            </a: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9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contents = file_handler.read()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</a:t>
            </a:r>
            <a:r>
              <a:rPr lang="en-GB" sz="9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#Dispaly contents from file into the text area widget</a:t>
            </a: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txtarea.insert(END, contents)</a:t>
            </a:r>
            <a:endParaRPr sz="9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/>
              <a:buNone/>
            </a:pPr>
            <a:r>
              <a:rPr lang="en-GB" sz="9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	print(contents) </a:t>
            </a:r>
            <a:r>
              <a:rPr lang="en-GB" sz="9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#Print contents on console window</a:t>
            </a:r>
            <a:endParaRPr sz="9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6"/>
          <p:cNvSpPr/>
          <p:nvPr/>
        </p:nvSpPr>
        <p:spPr>
          <a:xfrm>
            <a:off x="3316404" y="252193"/>
            <a:ext cx="7117307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tkinter import *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tkinter import filedialog</a:t>
            </a: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 = Tk()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main.title("Reading Text File in GUI window")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main.geometry("300x450")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main['bg']='#22263d'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def openFile():   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#Ensure that Text area is empty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txtarea.delete("1.0","end")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#Open the file new.txt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with open('C:\\Users\\DELL\\Desktop\\new.txt') as file_handler: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contents = file_handler.read()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#Dispaly contents from file into the text area widget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txtarea.insert(END,contents)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print(contents) #Print contents on console window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#Create text area to read contents from the file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txtarea = Text(main, width=40, height=10)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txtarea.place(x=20, y=40, height=125, width=200)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#Create a button to open the file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Button(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main,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text="Open File",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command=openFile</a:t>
            </a: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).place(x=20, y=200, height=25, width=200)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main.mainloop()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3" name="Google Shape;543;p46"/>
          <p:cNvSpPr txBox="1"/>
          <p:nvPr/>
        </p:nvSpPr>
        <p:spPr>
          <a:xfrm>
            <a:off x="395785" y="361666"/>
            <a:ext cx="24838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Code: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9" name="Google Shape;549;p47"/>
          <p:cNvSpPr txBox="1"/>
          <p:nvPr>
            <p:ph type="title" idx="4294967295"/>
          </p:nvPr>
        </p:nvSpPr>
        <p:spPr>
          <a:xfrm>
            <a:off x="719550" y="462050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Exercise</a:t>
            </a:r>
            <a:endParaRPr lang="en-GB"/>
          </a:p>
        </p:txBody>
      </p:sp>
      <p:sp>
        <p:nvSpPr>
          <p:cNvPr id="550" name="Google Shape;550;p47"/>
          <p:cNvSpPr txBox="1"/>
          <p:nvPr>
            <p:ph type="ctrTitle" idx="4294967295"/>
          </p:nvPr>
        </p:nvSpPr>
        <p:spPr>
          <a:xfrm>
            <a:off x="2621175" y="721075"/>
            <a:ext cx="6277500" cy="9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rgbClr val="FF0000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To add scroll bar on text widget</a:t>
            </a:r>
            <a:endParaRPr sz="2200" b="0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200" b="0" i="0" u="none" strike="noStrike" cap="none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51" name="Google Shape;551;p47"/>
          <p:cNvSpPr/>
          <p:nvPr/>
        </p:nvSpPr>
        <p:spPr>
          <a:xfrm>
            <a:off x="2146100" y="1634875"/>
            <a:ext cx="6570000" cy="29217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Add a Scrollbar(vertical)</a:t>
            </a:r>
            <a:endParaRPr sz="13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scrollV=</a:t>
            </a:r>
            <a:r>
              <a:rPr lang="en-GB" sz="1350" b="0" i="0" u="none" strike="noStrike" cap="none">
                <a:solidFill>
                  <a:srgbClr val="2B91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Scrollbar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(main, orient=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'vertical'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scrollV.place(x=220,y=40,height=125)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endParaRPr sz="13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scrollV.config(command=txtarea.yview)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txtarea.config(yscrollcommand=scrollV.set)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8"/>
          <p:cNvSpPr txBox="1"/>
          <p:nvPr>
            <p:ph type="ctrTitle" idx="4294967295"/>
          </p:nvPr>
        </p:nvSpPr>
        <p:spPr>
          <a:xfrm>
            <a:off x="2477250" y="15075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-Reading text files </a:t>
            </a:r>
            <a:r>
              <a:rPr lang="en-GB" sz="2000" b="0" i="0" u="none" strike="noStrike" cap="none">
                <a:solidFill>
                  <a:schemeClr val="accent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line by line</a:t>
            </a: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  </a:t>
            </a: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557" name="Google Shape;557;p48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8" name="Google Shape;558;p48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9" name="Google Shape;559;p48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0" name="Google Shape;560;p48"/>
          <p:cNvSpPr/>
          <p:nvPr/>
        </p:nvSpPr>
        <p:spPr>
          <a:xfrm>
            <a:off x="3078000" y="1569700"/>
            <a:ext cx="5076000" cy="27498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 panose="020B0604020202020204"/>
              <a:buNone/>
            </a:pPr>
            <a:endParaRPr sz="16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#Open the file rak.txt</a:t>
            </a:r>
            <a:endParaRPr sz="13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#printing the file contents line by line</a:t>
            </a:r>
            <a:endParaRPr sz="13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"Printing each line in text file"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new.txt"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each_line 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	print(each_line)</a:t>
            </a: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50"/>
              <a:buFont typeface="Arial" panose="020B0604020202020204"/>
              <a:buNone/>
            </a:pPr>
            <a:endParaRPr sz="15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61" name="Google Shape;561;p48"/>
          <p:cNvSpPr txBox="1"/>
          <p:nvPr/>
        </p:nvSpPr>
        <p:spPr>
          <a:xfrm>
            <a:off x="500275" y="2289000"/>
            <a:ext cx="17412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We use the </a:t>
            </a:r>
            <a:r>
              <a:rPr lang="en-GB" sz="1000" b="0" i="0" u="none" strike="noStrike" cap="none">
                <a:solidFill>
                  <a:schemeClr val="accent4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with </a:t>
            </a:r>
            <a:r>
              <a:rPr lang="en-GB" sz="1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syntax to let Python open and close the file properly. </a:t>
            </a: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To examine the file’s contents, we work through each line in the file by looping over the file object</a:t>
            </a: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Note : The blank lines appear because an invisible newline character is at the end of each line in the text file.</a:t>
            </a: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9"/>
          <p:cNvSpPr txBox="1"/>
          <p:nvPr>
            <p:ph type="ctrTitle" idx="4294967295"/>
          </p:nvPr>
        </p:nvSpPr>
        <p:spPr>
          <a:xfrm>
            <a:off x="2403150" y="184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-Reading text files </a:t>
            </a:r>
            <a:r>
              <a:rPr lang="en-GB" sz="2000" b="0" i="0" u="none" strike="noStrike" cap="none">
                <a:solidFill>
                  <a:schemeClr val="accent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line by line</a:t>
            </a: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 removing blank lines  </a:t>
            </a: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567" name="Google Shape;567;p49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8" name="Google Shape;568;p49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9" name="Google Shape;569;p49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70" name="Google Shape;570;p49"/>
          <p:cNvSpPr/>
          <p:nvPr/>
        </p:nvSpPr>
        <p:spPr>
          <a:xfrm>
            <a:off x="3078000" y="1617325"/>
            <a:ext cx="5076000" cy="27498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 panose="020B0604020202020204"/>
              <a:buNone/>
            </a:pPr>
            <a:endParaRPr sz="16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#Open the file rak.txt</a:t>
            </a:r>
            <a:endParaRPr sz="14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#printing the file contents line by line</a:t>
            </a:r>
            <a:endParaRPr sz="14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print(</a:t>
            </a:r>
            <a:r>
              <a:rPr lang="en-GB" sz="14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"Printing each line in text file"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4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</a:t>
            </a:r>
            <a:r>
              <a:rPr lang="en-GB" sz="14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“new.txt"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4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4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</a:t>
            </a:r>
            <a:r>
              <a:rPr lang="en-GB" sz="14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each_line </a:t>
            </a:r>
            <a:r>
              <a:rPr lang="en-GB" sz="14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4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	print(each_line.rstrip())</a:t>
            </a:r>
            <a:endParaRPr sz="18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50"/>
              <a:buFont typeface="Arial" panose="020B0604020202020204"/>
              <a:buNone/>
            </a:pPr>
            <a:endParaRPr sz="15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71" name="Google Shape;571;p49"/>
          <p:cNvSpPr txBox="1"/>
          <p:nvPr/>
        </p:nvSpPr>
        <p:spPr>
          <a:xfrm>
            <a:off x="500275" y="2289000"/>
            <a:ext cx="1741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Using</a:t>
            </a:r>
            <a:r>
              <a:rPr lang="en-GB" sz="1000" b="0" i="0" u="none" strike="noStrike" cap="none">
                <a:solidFill>
                  <a:schemeClr val="accent4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rstrip()</a:t>
            </a:r>
            <a:r>
              <a:rPr lang="en-GB" sz="1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on each line in the print() call eliminates these extra blank lines</a:t>
            </a:r>
            <a:endParaRPr sz="24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0"/>
          <p:cNvSpPr txBox="1"/>
          <p:nvPr>
            <p:ph type="ctrTitle" idx="4294967295"/>
          </p:nvPr>
        </p:nvSpPr>
        <p:spPr>
          <a:xfrm>
            <a:off x="2403150" y="184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-Reading text files using</a:t>
            </a:r>
            <a:r>
              <a:rPr lang="en-GB" sz="2400" b="0" i="1" u="none" strike="noStrike" cap="none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b="0" i="0" u="none" strike="noStrike" cap="none">
                <a:solidFill>
                  <a:schemeClr val="accent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readline()</a:t>
            </a:r>
            <a:r>
              <a:rPr lang="en-GB" sz="2400" b="0" i="1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400" b="0" i="1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Syntax :</a:t>
            </a:r>
            <a:r>
              <a:rPr lang="en-GB" sz="2200" b="0" i="0" u="none" strike="noStrike" cap="none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b="0" i="0" u="none" strike="noStrike" cap="none">
                <a:solidFill>
                  <a:schemeClr val="accent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file_handler.readline()</a:t>
            </a:r>
            <a:r>
              <a:rPr lang="en-GB" sz="2200" b="0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2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This method is used to read a single line in file</a:t>
            </a:r>
            <a:endParaRPr sz="1400" b="0" i="0" u="none" strike="noStrike" cap="non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577" name="Google Shape;577;p50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8" name="Google Shape;578;p50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9" name="Google Shape;579;p50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0" name="Google Shape;580;p50"/>
          <p:cNvSpPr/>
          <p:nvPr/>
        </p:nvSpPr>
        <p:spPr>
          <a:xfrm>
            <a:off x="2886501" y="1898950"/>
            <a:ext cx="5840199" cy="28449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 panose="020B0604020202020204"/>
              <a:buNone/>
            </a:pPr>
            <a:endParaRPr sz="16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#Open the file rak.txt</a:t>
            </a:r>
            <a:endParaRPr sz="13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“new.txt"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print(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"Print a single line from the file"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print(file_handler.readline(), end=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print(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"Print another single line from the file"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print(file_handler.readline(), end=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endParaRPr sz="11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81" name="Google Shape;581;p50"/>
          <p:cNvSpPr txBox="1"/>
          <p:nvPr/>
        </p:nvSpPr>
        <p:spPr>
          <a:xfrm>
            <a:off x="500275" y="2289000"/>
            <a:ext cx="1741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endParaRPr sz="10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/>
          <p:nvPr>
            <p:ph type="ctrTitle" idx="4294967295"/>
          </p:nvPr>
        </p:nvSpPr>
        <p:spPr>
          <a:xfrm>
            <a:off x="2403150" y="184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-Reading text files by Making a </a:t>
            </a:r>
            <a:r>
              <a:rPr lang="en-GB" sz="2000" b="0" i="0" u="none" strike="noStrike" cap="none">
                <a:solidFill>
                  <a:schemeClr val="accent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List of Lines</a:t>
            </a: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 from a File</a:t>
            </a:r>
            <a:endParaRPr sz="2400" b="0" i="1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587" name="Google Shape;587;p51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8" name="Google Shape;588;p51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9" name="Google Shape;589;p51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0" name="Google Shape;590;p51"/>
          <p:cNvSpPr/>
          <p:nvPr/>
        </p:nvSpPr>
        <p:spPr>
          <a:xfrm>
            <a:off x="3238525" y="1683875"/>
            <a:ext cx="5076000" cy="29001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 panose="020B0604020202020204"/>
              <a:buNone/>
            </a:pPr>
            <a:endParaRPr sz="16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#Open the file rak.txt</a:t>
            </a: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#printing the file contents line by line</a:t>
            </a: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print(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"Printing each line in text file"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“new.txt"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lines = file_handler.readlines()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each_line </a:t>
            </a: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lines: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print(each_line.rstrip())</a:t>
            </a:r>
            <a:endParaRPr sz="14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50"/>
              <a:buFont typeface="Arial" panose="020B0604020202020204"/>
              <a:buNone/>
            </a:pPr>
            <a:endParaRPr sz="11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91" name="Google Shape;591;p51"/>
          <p:cNvSpPr txBox="1"/>
          <p:nvPr/>
        </p:nvSpPr>
        <p:spPr>
          <a:xfrm>
            <a:off x="500275" y="2289000"/>
            <a:ext cx="17412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</a:pPr>
            <a:r>
              <a:rPr lang="en-GB" sz="900" b="0" i="0" u="none" strike="noStrike" cap="none">
                <a:solidFill>
                  <a:schemeClr val="accent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readlines()</a:t>
            </a:r>
            <a:r>
              <a:rPr lang="en-GB" sz="900" b="0" i="0" u="none" strike="noStrike" cap="none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method takes each line from the file and stores it in a list. </a:t>
            </a:r>
            <a:endParaRPr sz="9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</a:pPr>
            <a:endParaRPr sz="9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</a:pPr>
            <a:r>
              <a:rPr lang="en-GB" sz="900" b="0" i="0" u="none" strike="noStrike" cap="none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This list is then assigned to </a:t>
            </a:r>
            <a:r>
              <a:rPr lang="en-GB" sz="900" b="0" i="0" u="none" strike="noStrike" cap="none">
                <a:solidFill>
                  <a:schemeClr val="accent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lines</a:t>
            </a:r>
            <a:r>
              <a:rPr lang="en-GB" sz="900" b="0" i="0" u="none" strike="noStrike" cap="none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which we can continue to work</a:t>
            </a:r>
            <a:endParaRPr sz="9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</a:pPr>
            <a:r>
              <a:rPr lang="en-GB" sz="900" b="0" i="0" u="none" strike="noStrike" cap="none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with after the with block ends. </a:t>
            </a:r>
            <a:endParaRPr sz="9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</a:pPr>
            <a:endParaRPr sz="9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</a:pPr>
            <a:r>
              <a:rPr lang="en-GB" sz="900" b="0" i="0" u="none" strike="noStrike" cap="none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 simple for loop is used to print </a:t>
            </a:r>
            <a:r>
              <a:rPr lang="en-GB" sz="900" b="0" i="0" u="none" strike="noStrike" cap="none">
                <a:solidFill>
                  <a:schemeClr val="accent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each_line </a:t>
            </a:r>
            <a:r>
              <a:rPr lang="en-GB" sz="900" b="0" i="0" u="none" strike="noStrike" cap="none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from lines. Because each item in lines corresponds to each line in the file, the output matches the contents of the file exactly.</a:t>
            </a:r>
            <a:endParaRPr sz="700" b="0" i="0" u="none" strike="noStrike" cap="none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2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7" name="Google Shape;597;p52"/>
          <p:cNvSpPr txBox="1"/>
          <p:nvPr>
            <p:ph type="title" idx="4294967295"/>
          </p:nvPr>
        </p:nvSpPr>
        <p:spPr>
          <a:xfrm>
            <a:off x="719550" y="462050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Exercise</a:t>
            </a:r>
            <a:endParaRPr lang="en-GB"/>
          </a:p>
        </p:txBody>
      </p:sp>
      <p:sp>
        <p:nvSpPr>
          <p:cNvPr id="598" name="Google Shape;598;p52"/>
          <p:cNvSpPr txBox="1"/>
          <p:nvPr>
            <p:ph type="ctrTitle" idx="4294967295"/>
          </p:nvPr>
        </p:nvSpPr>
        <p:spPr>
          <a:xfrm>
            <a:off x="1433250" y="950800"/>
            <a:ext cx="7273200" cy="3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Working with a File’s Contents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 panose="00000500000000000000"/>
              <a:buChar char="●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Create a file num.txt add 5 digits to it , one digit in a line.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 panose="00000500000000000000"/>
              <a:buChar char="●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create a variable  num_string to hold the digits of num.txt.  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 panose="00000500000000000000"/>
              <a:buChar char="●"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Using a loop add each line of digits to num_string and then print this string and also show how long the string is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4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3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4" name="Google Shape;604;p53"/>
          <p:cNvSpPr txBox="1"/>
          <p:nvPr>
            <p:ph type="title" idx="4294967295"/>
          </p:nvPr>
        </p:nvSpPr>
        <p:spPr>
          <a:xfrm>
            <a:off x="214391" y="697245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Exercise</a:t>
            </a:r>
            <a:endParaRPr lang="en-GB"/>
          </a:p>
        </p:txBody>
      </p:sp>
      <p:sp>
        <p:nvSpPr>
          <p:cNvPr id="605" name="Google Shape;605;p53"/>
          <p:cNvSpPr/>
          <p:nvPr/>
        </p:nvSpPr>
        <p:spPr>
          <a:xfrm>
            <a:off x="772054" y="1803284"/>
            <a:ext cx="7761600" cy="26301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openFile():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"num.txt"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	lines = file_handler.readlines()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	num_string = 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''</a:t>
            </a:r>
            <a:endParaRPr sz="1350" b="0" i="0" u="none" strike="noStrike" cap="none">
              <a:solidFill>
                <a:srgbClr val="A3151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	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each_line 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lines: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       	num_string += each_line.rstrip() + 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 '</a:t>
            </a:r>
            <a:endParaRPr sz="1350" b="0" i="0" u="none" strike="noStrike" cap="none">
              <a:solidFill>
                <a:srgbClr val="A3151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       	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txtarea.insert(END, num_string)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txtarea.insert(END, 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f"\nThe length of the string is {len(num_string)}"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60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06" name="Google Shape;606;p53">
            <a:hlinkClick r:id="rId1"/>
          </p:cNvPr>
          <p:cNvSpPr/>
          <p:nvPr/>
        </p:nvSpPr>
        <p:spPr>
          <a:xfrm>
            <a:off x="5896557" y="-350319"/>
            <a:ext cx="3320821" cy="1980975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rgbClr val="FFE3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7" name="Google Shape;607;p53"/>
          <p:cNvSpPr txBox="1"/>
          <p:nvPr/>
        </p:nvSpPr>
        <p:spPr>
          <a:xfrm>
            <a:off x="3562365" y="833039"/>
            <a:ext cx="558163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https://docs.google.com/document/d/1CQxd7y40VVdnm9_bzBqIK6_mlkeXLQk3l9ExompT_zw/edit</a:t>
            </a:r>
            <a:endParaRPr lang="en-GB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8" name="Google Shape;608;p53"/>
          <p:cNvSpPr txBox="1"/>
          <p:nvPr/>
        </p:nvSpPr>
        <p:spPr>
          <a:xfrm>
            <a:off x="3596275" y="336534"/>
            <a:ext cx="14744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sng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CODE</a:t>
            </a:r>
            <a:endParaRPr sz="1400" b="0" i="0" u="sng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4"/>
          <p:cNvSpPr txBox="1"/>
          <p:nvPr/>
        </p:nvSpPr>
        <p:spPr>
          <a:xfrm>
            <a:off x="1275390" y="474331"/>
            <a:ext cx="6746100" cy="429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tkinter import *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tkinter import filedialog</a:t>
            </a:r>
            <a:endParaRPr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 = Tk()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main.title("Reading Text File in GUI window")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main.geometry("300x450")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main['bg']='#22263d'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global num_string 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700">
                <a:solidFill>
                  <a:srgbClr val="FF1510"/>
                </a:solidFill>
              </a:rPr>
              <a:t>d</a:t>
            </a:r>
            <a:r>
              <a:rPr lang="en-GB" sz="700">
                <a:solidFill>
                  <a:srgbClr val="FF1510"/>
                </a:solidFill>
              </a:rPr>
              <a:t>ef openFile():</a:t>
            </a:r>
            <a:endParaRPr lang="en-GB"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with open("C:\\Users\\DELL\\Desktop\\new.txt") as file_handler:</a:t>
            </a:r>
            <a:endParaRPr lang="en-GB"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lines = file_handler.readlines()</a:t>
            </a:r>
            <a:endParaRPr lang="en-GB"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num_string = '‘ ”</a:t>
            </a:r>
            <a:endParaRPr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for each_line in lines:</a:t>
            </a:r>
            <a:endParaRPr lang="en-GB"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	num_string += each_line.rstrip() + ' '</a:t>
            </a:r>
            <a:endParaRPr lang="en-GB"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		</a:t>
            </a:r>
            <a:endParaRPr lang="en-GB"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		</a:t>
            </a:r>
            <a:endParaRPr lang="en-GB"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print(num_string) #prints num_string</a:t>
            </a:r>
            <a:endParaRPr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txtarea.insert(END, num_string)</a:t>
            </a:r>
            <a:endParaRPr lang="en-GB" sz="700">
              <a:solidFill>
                <a:srgbClr val="FF151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print(len(num_string)) #prints length of string</a:t>
            </a:r>
            <a:endParaRPr lang="en-GB" sz="700">
              <a:solidFill>
                <a:srgbClr val="FF151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FF1510"/>
                </a:solidFill>
              </a:rPr>
              <a:t>	txtarea.insert(END, f"\nThe length of the string is {len(num_string)}")</a:t>
            </a:r>
            <a:r>
              <a:rPr lang="en-GB" sz="700" b="0" i="0" u="none" strike="noStrike" cap="none">
                <a:solidFill>
                  <a:srgbClr val="FF151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</a:t>
            </a:r>
            <a:endParaRPr lang="en-GB" sz="700" b="0" i="0" u="none" strike="noStrike" cap="none">
              <a:solidFill>
                <a:srgbClr val="FF151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#create a label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heading = Label(main, text="To Read from the file into the textarea below,\nclick the button:", font=('Roboto', 10),fg="#FFFFFF" ,bg="#22263d")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heading.place(x=20,y=10)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#Create text area to read contents from the file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txtarea = Text(main)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txtarea.place(x=20, y=60, height=125, width=250)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#Create a button to open the file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Button(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main, 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text="Open File", 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command=openFile</a:t>
            </a:r>
            <a:endParaRPr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).place(x=20, y=200, height=25, width=250)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main.mainloop()</a:t>
            </a:r>
            <a:endParaRPr lang="en-GB"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5"/>
          <p:cNvSpPr txBox="1"/>
          <p:nvPr>
            <p:ph type="ctrTitle" idx="4294967295"/>
          </p:nvPr>
        </p:nvSpPr>
        <p:spPr>
          <a:xfrm>
            <a:off x="2403150" y="184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-Writing to the file</a:t>
            </a: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619" name="Google Shape;619;p55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0" name="Google Shape;620;p55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1" name="Google Shape;621;p55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22" name="Google Shape;622;p55"/>
          <p:cNvSpPr/>
          <p:nvPr/>
        </p:nvSpPr>
        <p:spPr>
          <a:xfrm>
            <a:off x="3238525" y="1683875"/>
            <a:ext cx="5076000" cy="24549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#Writing to the file</a:t>
            </a:r>
            <a:endParaRPr sz="14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filename = </a:t>
            </a:r>
            <a:r>
              <a:rPr lang="en-GB" sz="14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'programming.txt'</a:t>
            </a:r>
            <a:endParaRPr sz="1450" b="0" i="0" u="none" strike="noStrike" cap="none">
              <a:solidFill>
                <a:srgbClr val="A3151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open(filename, </a:t>
            </a:r>
            <a:r>
              <a:rPr lang="en-GB" sz="14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'w'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4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4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file_handler.write(</a:t>
            </a:r>
            <a:r>
              <a:rPr lang="en-GB" sz="14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"I love programming."</a:t>
            </a:r>
            <a:r>
              <a:rPr lang="en-GB" sz="14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4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50"/>
              <a:buFont typeface="Arial" panose="020B0604020202020204"/>
              <a:buNone/>
            </a:pPr>
            <a:endParaRPr sz="17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23" name="Google Shape;623;p55"/>
          <p:cNvSpPr txBox="1"/>
          <p:nvPr/>
        </p:nvSpPr>
        <p:spPr>
          <a:xfrm>
            <a:off x="500275" y="2441400"/>
            <a:ext cx="17412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To write text to a file, you need to call </a:t>
            </a:r>
            <a:r>
              <a:rPr lang="en-GB" sz="1600" b="0" i="0" u="none" strike="noStrike" cap="none">
                <a:solidFill>
                  <a:schemeClr val="accent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open()</a:t>
            </a:r>
            <a:r>
              <a:rPr lang="en-GB" sz="16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 with a second argument telling Python that you want to write to the file</a:t>
            </a:r>
            <a:endParaRPr sz="16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624" name="Google Shape;624;p55"/>
          <p:cNvSpPr txBox="1"/>
          <p:nvPr/>
        </p:nvSpPr>
        <p:spPr>
          <a:xfrm>
            <a:off x="5785033" y="945211"/>
            <a:ext cx="42437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https://docs.google.com/document/d/1-LlRLCi3bUziM1ksmCdtlxP598cjy-jxG_ea4cBo1Pk/edit?usp=sharing</a:t>
            </a:r>
            <a:endParaRPr lang="en-GB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5" name="Google Shape;625;p55"/>
          <p:cNvSpPr txBox="1"/>
          <p:nvPr/>
        </p:nvSpPr>
        <p:spPr>
          <a:xfrm>
            <a:off x="6800687" y="746436"/>
            <a:ext cx="1106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CODE: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286000" y="1294765"/>
            <a:ext cx="4572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def openFile():   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#Ensure that Text area is empty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txtarea.delete("1.0","end")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	#Open the file new.txt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with open('C:\\Users\\DELL\\Desktop\\new.txt') as file_handler: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    content = file_handler.read()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  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</a:t>
            </a:r>
            <a:r>
              <a:rPr lang="en-GB" sz="1000">
                <a:solidFill>
                  <a:srgbClr val="FF231D"/>
                </a:solidFill>
                <a:sym typeface="Arial" panose="020B0604020202020204"/>
              </a:rPr>
              <a:t>updated_content = content + "\nmy name is </a:t>
            </a:r>
            <a:r>
              <a:rPr lang="en-US" altLang="en-GB" sz="1000">
                <a:solidFill>
                  <a:srgbClr val="FF231D"/>
                </a:solidFill>
                <a:sym typeface="Arial" panose="020B0604020202020204"/>
              </a:rPr>
              <a:t>Ann</a:t>
            </a:r>
            <a:r>
              <a:rPr lang="en-GB" sz="1000">
                <a:solidFill>
                  <a:srgbClr val="FF231D"/>
                </a:solidFill>
                <a:sym typeface="Arial" panose="020B0604020202020204"/>
              </a:rPr>
              <a:t>"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231D"/>
                </a:solidFill>
                <a:sym typeface="Arial" panose="020B0604020202020204"/>
              </a:rPr>
              <a:t>       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231D"/>
                </a:solidFill>
                <a:sym typeface="Arial" panose="020B0604020202020204"/>
              </a:rPr>
              <a:t>       # Write the updated content back to the file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231D"/>
                </a:solidFill>
                <a:sym typeface="Arial" panose="020B0604020202020204"/>
              </a:rPr>
              <a:t>    with open("C:\\Users\\DELL\\Desktop\\new.txt", 'w') as file_handler: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231D"/>
                </a:solidFill>
                <a:sym typeface="Arial" panose="020B0604020202020204"/>
              </a:rPr>
              <a:t>         file_handler.write(updated_content)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   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txtarea.insert(END,content)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ym typeface="Arial" panose="020B0604020202020204"/>
              </a:rPr>
              <a:t>    print(content) #Print contents on console window</a:t>
            </a:r>
            <a:endParaRPr lang="en-GB" sz="1000"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"/>
          <p:cNvSpPr/>
          <p:nvPr/>
        </p:nvSpPr>
        <p:spPr>
          <a:xfrm>
            <a:off x="1976996" y="140105"/>
            <a:ext cx="7400334" cy="538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tkinter import *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tkinter import filedialog</a:t>
            </a:r>
            <a:endParaRPr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 = Tk()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main.title("Reading Text File in GUI window")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main.geometry("300x450")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main['bg']='#22263d'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def openFile():   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#Ensure that Text area is empty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txtarea.delete("1.0","end")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#Open the file new.txt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with open('C:\\Users\\DELL\\Desktop\\new.txt') as file_handler: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content = file_handler.read()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</a:t>
            </a:r>
            <a:r>
              <a:rPr lang="en-GB" sz="1000" b="0" i="0" u="none" strike="noStrike" cap="none">
                <a:solidFill>
                  <a:srgbClr val="FF231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updated_content = content + "\nmy name is </a:t>
            </a:r>
            <a:r>
              <a:rPr lang="en-US" altLang="en-GB" sz="1000" b="0" i="0" u="none" strike="noStrike" cap="none">
                <a:solidFill>
                  <a:srgbClr val="FF231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Ann</a:t>
            </a:r>
            <a:r>
              <a:rPr lang="en-GB" sz="1000" b="0" i="0" u="none" strike="noStrike" cap="none">
                <a:solidFill>
                  <a:srgbClr val="FF231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"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231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231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# Write the updated content back to the file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231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with open("C:\\Users\\DELL\\Desktop\\new.txt", 'w') as file_handler: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231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file_handler.write(updated_content)</a:t>
            </a:r>
            <a:endParaRPr lang="en-GB" sz="1000" b="0" i="0" u="none" strike="noStrike" cap="none">
              <a:solidFill>
                <a:srgbClr val="FF231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txtarea.insert(END,content)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print(content) #Print contents on console window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#Create text area to read contents from the file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txtarea = Text(main, width=40, height=10)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txtarea.place(x=20, y=40, height=125, width=200)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#Create a button to open the file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Button(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main,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text="Open File", 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command=openFile</a:t>
            </a: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).place(x=20, y=200, height=25, width=200)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main.mainloop()</a:t>
            </a:r>
            <a:endParaRPr lang="en-GB" sz="1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7"/>
          <p:cNvSpPr txBox="1"/>
          <p:nvPr>
            <p:ph type="ctrTitle" idx="4294967295"/>
          </p:nvPr>
        </p:nvSpPr>
        <p:spPr>
          <a:xfrm>
            <a:off x="2403150" y="184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 Writing to an Empty File multiple lines</a:t>
            </a: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636" name="Google Shape;636;p57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7" name="Google Shape;637;p57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8" name="Google Shape;638;p57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39" name="Google Shape;639;p57"/>
          <p:cNvSpPr/>
          <p:nvPr/>
        </p:nvSpPr>
        <p:spPr>
          <a:xfrm>
            <a:off x="3238525" y="1683875"/>
            <a:ext cx="5076000" cy="24549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#Writing to the file</a:t>
            </a: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filename = 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'programming.txt'</a:t>
            </a:r>
            <a:endParaRPr sz="1250" b="0" i="0" u="none" strike="noStrike" cap="none">
              <a:solidFill>
                <a:srgbClr val="A3151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open(filename, 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'w'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file_handler.write(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"I love programming."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file_handler.write(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"I love creating new games."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7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40" name="Google Shape;640;p57"/>
          <p:cNvSpPr txBox="1"/>
          <p:nvPr/>
        </p:nvSpPr>
        <p:spPr>
          <a:xfrm>
            <a:off x="500275" y="2441400"/>
            <a:ext cx="1741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You can write multiple lines using </a:t>
            </a:r>
            <a:r>
              <a:rPr lang="en-GB" sz="1600" b="0" i="0" u="none" strike="noStrike" cap="none">
                <a:solidFill>
                  <a:schemeClr val="accent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write()</a:t>
            </a:r>
            <a:endParaRPr sz="1600" b="0" i="0" u="none" strike="noStrike" cap="none">
              <a:solidFill>
                <a:schemeClr val="accent4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8"/>
          <p:cNvSpPr txBox="1"/>
          <p:nvPr>
            <p:ph type="ctrTitle" idx="4294967295"/>
          </p:nvPr>
        </p:nvSpPr>
        <p:spPr>
          <a:xfrm>
            <a:off x="2508525" y="184800"/>
            <a:ext cx="6277500" cy="44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accent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accent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File Handling -Appending to a File</a:t>
            </a: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1600" b="0" i="0" u="none" strike="noStrike" cap="none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cxnSp>
        <p:nvCxnSpPr>
          <p:cNvPr id="646" name="Google Shape;646;p58"/>
          <p:cNvCxnSpPr/>
          <p:nvPr/>
        </p:nvCxnSpPr>
        <p:spPr>
          <a:xfrm>
            <a:off x="2375000" y="267000"/>
            <a:ext cx="0" cy="4609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7" name="Google Shape;647;p58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8" name="Google Shape;648;p58"/>
          <p:cNvSpPr txBox="1"/>
          <p:nvPr>
            <p:ph type="ctrTitle" idx="4294967295"/>
          </p:nvPr>
        </p:nvSpPr>
        <p:spPr>
          <a:xfrm>
            <a:off x="438550" y="900325"/>
            <a:ext cx="18342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Tkinter - Working with Files and Strings</a:t>
            </a: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9" name="Google Shape;649;p58"/>
          <p:cNvSpPr/>
          <p:nvPr/>
        </p:nvSpPr>
        <p:spPr>
          <a:xfrm>
            <a:off x="2839350" y="1287550"/>
            <a:ext cx="6032700" cy="27750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#Writing to the file</a:t>
            </a: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filename = 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'programming.txt'</a:t>
            </a:r>
            <a:endParaRPr sz="1250" b="0" i="0" u="none" strike="noStrike" cap="none">
              <a:solidFill>
                <a:srgbClr val="A3151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open(filename, 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'a'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GB" sz="12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file_handler: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file_handler.write(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"I also love finding meaning in large datasets\n"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file_handler.write(</a:t>
            </a:r>
            <a:r>
              <a:rPr lang="en-GB" sz="12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"I love creating apps that can run in a browser.\n"</a:t>
            </a:r>
            <a:r>
              <a:rPr lang="en-GB" sz="12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2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50"/>
              <a:buFont typeface="Arial" panose="020B0604020202020204"/>
              <a:buNone/>
            </a:pPr>
            <a:endParaRPr sz="12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50" name="Google Shape;650;p58"/>
          <p:cNvSpPr txBox="1"/>
          <p:nvPr/>
        </p:nvSpPr>
        <p:spPr>
          <a:xfrm>
            <a:off x="500275" y="2441400"/>
            <a:ext cx="1741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You can write multiple lines using </a:t>
            </a:r>
            <a:r>
              <a:rPr lang="en-GB" sz="1600" b="0" i="0" u="none" strike="noStrike" cap="none">
                <a:solidFill>
                  <a:schemeClr val="accent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write()</a:t>
            </a:r>
            <a:endParaRPr sz="1600" b="0" i="0" u="none" strike="noStrike" cap="none">
              <a:solidFill>
                <a:schemeClr val="accent4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9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6" name="Google Shape;656;p59"/>
          <p:cNvSpPr txBox="1"/>
          <p:nvPr>
            <p:ph type="title" idx="4294967295"/>
          </p:nvPr>
        </p:nvSpPr>
        <p:spPr>
          <a:xfrm>
            <a:off x="719550" y="462050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Exercise</a:t>
            </a:r>
            <a:endParaRPr lang="en-GB"/>
          </a:p>
        </p:txBody>
      </p:sp>
      <p:sp>
        <p:nvSpPr>
          <p:cNvPr id="657" name="Google Shape;657;p59"/>
          <p:cNvSpPr txBox="1"/>
          <p:nvPr>
            <p:ph type="ctrTitle" idx="4294967295"/>
          </p:nvPr>
        </p:nvSpPr>
        <p:spPr>
          <a:xfrm>
            <a:off x="1433250" y="950800"/>
            <a:ext cx="7273200" cy="3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Search for a string in the file in numbers.txt find the number in the file.</a:t>
            </a: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endParaRPr sz="2000" b="0" i="0" u="none" strike="noStrike" cap="none">
              <a:solidFill>
                <a:schemeClr val="dk1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Hint :  Convert the file contents to string and find using if- in statement</a:t>
            </a:r>
            <a:endParaRPr sz="2400" b="0" i="0" u="none" strike="noStrike" cap="none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0"/>
          <p:cNvSpPr/>
          <p:nvPr/>
        </p:nvSpPr>
        <p:spPr>
          <a:xfrm>
            <a:off x="-760717" y="-1520228"/>
            <a:ext cx="3381884" cy="3277694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3" name="Google Shape;663;p60"/>
          <p:cNvSpPr txBox="1"/>
          <p:nvPr>
            <p:ph type="title" idx="4294967295"/>
          </p:nvPr>
        </p:nvSpPr>
        <p:spPr>
          <a:xfrm>
            <a:off x="719550" y="462050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Exercise</a:t>
            </a:r>
            <a:endParaRPr lang="en-GB"/>
          </a:p>
        </p:txBody>
      </p:sp>
      <p:sp>
        <p:nvSpPr>
          <p:cNvPr id="664" name="Google Shape;664;p60"/>
          <p:cNvSpPr/>
          <p:nvPr/>
        </p:nvSpPr>
        <p:spPr>
          <a:xfrm>
            <a:off x="2621175" y="1122725"/>
            <a:ext cx="6123600" cy="31419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8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#Searching in the file</a:t>
            </a:r>
            <a:endParaRPr sz="1350" b="0" i="0" u="none" strike="noStrike" cap="none">
              <a:solidFill>
                <a:srgbClr val="008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filename = 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'numbers.txt'</a:t>
            </a:r>
            <a:endParaRPr sz="1350" b="0" i="0" u="none" strike="noStrike" cap="none">
              <a:solidFill>
                <a:srgbClr val="A3151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pi_string = 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''</a:t>
            </a:r>
            <a:endParaRPr sz="1350" b="0" i="0" u="none" strike="noStrike" cap="none">
              <a:solidFill>
                <a:srgbClr val="A3151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with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open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(filename) 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file_object: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lines = file_object.readlines() 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line 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lines: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pi_string += line.strip() 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number = 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input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"Enter the number to be searched 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number in pi_string: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"Found the number in string"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endParaRPr sz="1350" b="0" i="0" u="none" strike="noStrike" cap="non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50"/>
              <a:buFont typeface="Arial" panose="020B0604020202020204"/>
              <a:buNone/>
            </a:pP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	</a:t>
            </a:r>
            <a:r>
              <a:rPr lang="en-GB" sz="1350" b="0" i="0" u="none" strike="noStrike" cap="none">
                <a:solidFill>
                  <a:srgbClr val="0000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GB" sz="1350" b="0" i="0" u="none" strike="noStrike" cap="none">
                <a:solidFill>
                  <a:srgbClr val="A315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"Number not found."</a:t>
            </a:r>
            <a:r>
              <a:rPr lang="en-GB" sz="1350" b="0" i="0" u="none" strike="noStrike" cap="non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sz="1750" b="0" i="0" u="none" strike="noStrike" cap="none">
              <a:solidFill>
                <a:srgbClr val="0000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1"/>
          <p:cNvSpPr txBox="1"/>
          <p:nvPr/>
        </p:nvSpPr>
        <p:spPr>
          <a:xfrm>
            <a:off x="1797268" y="447741"/>
            <a:ext cx="8198069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tkinter import *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tkinter import filedialog</a:t>
            </a:r>
            <a:endParaRPr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root=Tk()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root.title("File Handling")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root.geometry("500x500")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root.configure(bg="#167AAB")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def openFile():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global pi_string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pi_string = ''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with open("C:\\Users\\DELL\\Desktop\\new.txt") as file_object: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	    lines = file_object.readlines() 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line in lines: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	    pi_string += line.strip() 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number = input("Enter the number to be searched ")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if number in pi_string: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	   print("Found the number in string")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else: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	   print("Number not found.")</a:t>
            </a:r>
            <a:endParaRPr lang="en-GB" sz="9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txtarea=Text(root)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txtarea.place(x=20,y=40,height=125,width=200)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btn=Button(root,text="open file",command=openFile)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btn.place(x=20,y=200,height=25,width=200)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root.mainloop()</a:t>
            </a:r>
            <a:endParaRPr lang="en-GB" sz="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63575" y="329565"/>
            <a:ext cx="6448425" cy="779145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800"/>
              <a:t>Develop a Python program using the Tkinter module to create a user-friendly Registration Form application.</a:t>
            </a:r>
            <a:endParaRPr lang="en-US" altLang="zh-CN" sz="800"/>
          </a:p>
          <a:p>
            <a:r>
              <a:rPr lang="en-US" altLang="zh-CN" sz="800"/>
              <a:t> The form should collect essential details from the user, perform basic validation, and display the entered information upon submission.</a:t>
            </a:r>
            <a:endParaRPr lang="en-US" altLang="zh-CN" sz="800"/>
          </a:p>
          <a:p>
            <a:pPr>
              <a:spcAft>
                <a:spcPct val="60000"/>
              </a:spcAft>
            </a:pPr>
            <a:endParaRPr lang="en-US" altLang="zh-CN" sz="800" b="1"/>
          </a:p>
          <a:p>
            <a:pPr indent="0">
              <a:buNone/>
            </a:pPr>
            <a:r>
              <a:rPr lang="en-US" altLang="zh-CN" sz="800"/>
              <a:t>Create the Main Window</a:t>
            </a:r>
            <a:endParaRPr lang="en-US" altLang="zh-CN" sz="800"/>
          </a:p>
          <a:p>
            <a:pPr>
              <a:buAutoNum type="arabicPeriod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Title: "Registration Form"</a:t>
            </a:r>
            <a:endParaRPr lang="en-US" altLang="zh-CN" sz="800"/>
          </a:p>
          <a:p>
            <a:pPr lvl="1">
              <a:buFont typeface="Arial" panose="020B0604020202020204"/>
              <a:buChar char="◦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Suitable window size (e.g., 400x400)</a:t>
            </a:r>
            <a:endParaRPr lang="en-US" altLang="zh-CN" sz="800"/>
          </a:p>
          <a:p>
            <a:pPr lvl="1">
              <a:buFont typeface="Arial" panose="020B0604020202020204"/>
              <a:buChar char="◦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Background color , an image of your choice.</a:t>
            </a:r>
            <a:endParaRPr lang="en-US" altLang="zh-CN" sz="800"/>
          </a:p>
          <a:p>
            <a:pPr lvl="1">
              <a:buFont typeface="Arial" panose="020B0604020202020204"/>
              <a:buChar char="◦"/>
            </a:pPr>
            <a:endParaRPr lang="en-US" altLang="zh-CN" sz="800"/>
          </a:p>
          <a:p>
            <a:pPr>
              <a:buAutoNum type="arabicPeriod"/>
            </a:pPr>
            <a:r>
              <a:rPr lang="en-US" altLang="zh-CN" sz="800"/>
              <a:t>Add Input Fields</a:t>
            </a:r>
            <a:endParaRPr lang="en-US" altLang="zh-CN" sz="800"/>
          </a:p>
          <a:p>
            <a:pPr>
              <a:buAutoNum type="arabicPeriod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Full Name → Use a Label and Entry widget.</a:t>
            </a:r>
            <a:endParaRPr lang="en-US" altLang="zh-CN" sz="800"/>
          </a:p>
          <a:p>
            <a:pPr lvl="1">
              <a:buFont typeface="Arial" panose="020B0604020202020204"/>
              <a:buChar char="◦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Email → Use a Label and Entry widget.</a:t>
            </a:r>
            <a:endParaRPr lang="en-US" altLang="zh-CN" sz="800"/>
          </a:p>
          <a:p>
            <a:pPr lvl="1">
              <a:buFont typeface="Arial" panose="020B0604020202020204"/>
              <a:buChar char="◦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Gender → Use Radiobutton widgets for options like Male and Female.</a:t>
            </a:r>
            <a:endParaRPr lang="en-US" altLang="zh-CN" sz="800"/>
          </a:p>
          <a:p>
            <a:pPr lvl="1">
              <a:buFont typeface="Arial" panose="020B0604020202020204"/>
              <a:buChar char="◦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Country → Use an OptionMenu or Combobox with options such as UAE, India, USA, UK, Canada.</a:t>
            </a:r>
            <a:endParaRPr lang="en-US" altLang="zh-CN" sz="800"/>
          </a:p>
          <a:p>
            <a:pPr lvl="1">
              <a:buFont typeface="Arial" panose="020B0604020202020204"/>
              <a:buChar char="◦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Register button </a:t>
            </a:r>
            <a:endParaRPr lang="en-US" altLang="zh-CN" sz="800"/>
          </a:p>
          <a:p>
            <a:pPr lvl="2">
              <a:buFont typeface="Arial" panose="020B0604020202020204"/>
              <a:buChar char="•"/>
            </a:pPr>
            <a:r>
              <a:rPr lang="en-US" altLang="zh-CN" sz="800"/>
              <a:t>Validate that no field is empty.</a:t>
            </a:r>
            <a:endParaRPr lang="en-US" altLang="zh-CN" sz="800"/>
          </a:p>
          <a:p>
            <a:pPr lvl="2">
              <a:buFont typeface="Arial" panose="020B0604020202020204"/>
              <a:buChar char="•"/>
            </a:pPr>
            <a:endParaRPr lang="en-US" altLang="zh-CN" sz="800"/>
          </a:p>
          <a:p>
            <a:pPr>
              <a:buAutoNum type="arabicPeriod"/>
            </a:pPr>
            <a:r>
              <a:rPr lang="en-US" altLang="zh-CN" sz="800"/>
              <a:t>Use Layout Manager</a:t>
            </a:r>
            <a:endParaRPr lang="en-US" altLang="zh-CN" sz="800"/>
          </a:p>
          <a:p>
            <a:pPr>
              <a:buAutoNum type="arabicPeriod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Arrange all widgets properly </a:t>
            </a:r>
            <a:endParaRPr lang="en-US" altLang="zh-CN" sz="800"/>
          </a:p>
          <a:p>
            <a:pPr>
              <a:buAutoNum type="arabicPeriod"/>
            </a:pPr>
            <a:r>
              <a:rPr lang="en-US" altLang="zh-CN" sz="800"/>
              <a:t>Enhance User Experience</a:t>
            </a:r>
            <a:endParaRPr lang="en-US" altLang="zh-CN" sz="800"/>
          </a:p>
          <a:p>
            <a:pPr>
              <a:buAutoNum type="arabicPeriod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Use readable fonts, alignment, and spacing.</a:t>
            </a:r>
            <a:endParaRPr lang="en-US" altLang="zh-CN" sz="800"/>
          </a:p>
          <a:p>
            <a:pPr lvl="1">
              <a:buFont typeface="Arial" panose="020B0604020202020204"/>
              <a:buChar char="◦"/>
            </a:pPr>
            <a:endParaRPr lang="en-US" altLang="zh-CN" sz="800"/>
          </a:p>
          <a:p>
            <a:pPr lvl="1">
              <a:buFont typeface="Arial" panose="020B0604020202020204"/>
              <a:buChar char="◦"/>
            </a:pPr>
            <a:r>
              <a:rPr lang="en-US" altLang="zh-CN" sz="800"/>
              <a:t>Optionally, change background colors or button colors to improve the desig</a:t>
            </a:r>
            <a:endParaRPr lang="en-US" altLang="zh-CN" sz="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85750"/>
            <a:ext cx="762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47821" y="1950294"/>
            <a:ext cx="485974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lgerian" panose="04020705040A02060702" pitchFamily="82" charset="0"/>
              </a:rPr>
              <a:t>Thank You</a:t>
            </a:r>
            <a:endParaRPr lang="en-US" sz="4400" dirty="0" smtClean="0">
              <a:latin typeface="Algerian" panose="04020705040A02060702" pitchFamily="82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17591</Words>
  <Application>WPS Presentation</Application>
  <PresentationFormat>On-screen Show (16:9)</PresentationFormat>
  <Paragraphs>1009</Paragraphs>
  <Slides>49</Slides>
  <Notes>11</Notes>
  <HiddenSlides>3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71" baseType="lpstr">
      <vt:lpstr>Arial</vt:lpstr>
      <vt:lpstr>SimSun</vt:lpstr>
      <vt:lpstr>Wingdings</vt:lpstr>
      <vt:lpstr>Arial</vt:lpstr>
      <vt:lpstr>Poppins</vt:lpstr>
      <vt:lpstr>DM Sans</vt:lpstr>
      <vt:lpstr>Segoe Print</vt:lpstr>
      <vt:lpstr>Lato</vt:lpstr>
      <vt:lpstr>Lato Light</vt:lpstr>
      <vt:lpstr>Nunito Light</vt:lpstr>
      <vt:lpstr>Bebas Neue</vt:lpstr>
      <vt:lpstr>PT Sans</vt:lpstr>
      <vt:lpstr>Raleway</vt:lpstr>
      <vt:lpstr>Consolas</vt:lpstr>
      <vt:lpstr>Microsoft YaHei</vt:lpstr>
      <vt:lpstr>Arial Unicode MS</vt:lpstr>
      <vt:lpstr>Anaheim</vt:lpstr>
      <vt:lpstr>Roboto</vt:lpstr>
      <vt:lpstr>Times New Roman</vt:lpstr>
      <vt:lpstr>Algerian</vt:lpstr>
      <vt:lpstr>MV Boli</vt:lpstr>
      <vt:lpstr>Brackets Lesson for Coding and Programming by Slidesgo</vt:lpstr>
      <vt:lpstr>Graphical User Interface -Tkinter</vt:lpstr>
      <vt:lpstr>Graphical User Interface -Tkinter</vt:lpstr>
      <vt:lpstr>Graphical User Interface -Tkinter</vt:lpstr>
      <vt:lpstr>Graphical User Interface -Tkinter</vt:lpstr>
      <vt:lpstr>Graphical User Interface -Tkinter</vt:lpstr>
      <vt:lpstr>Graphical User Interface -Tkinter</vt:lpstr>
      <vt:lpstr>Graphical User Interface -Tkinter</vt:lpstr>
      <vt:lpstr>Graphical User Interface -Tkinter</vt:lpstr>
      <vt:lpstr>Graphical User Interface -Tkinter</vt:lpstr>
      <vt:lpstr>Graphical User Interface -Tkinter</vt:lpstr>
      <vt:lpstr>Graphical User Interface -Tkinter</vt:lpstr>
      <vt:lpstr>03</vt:lpstr>
      <vt:lpstr>02</vt:lpstr>
      <vt:lpstr>Tkinter - Working with Files and Strings</vt:lpstr>
      <vt:lpstr>Tkinter - Working with Files and Strings</vt:lpstr>
      <vt:lpstr>Tkinter - Working with Files and Strings</vt:lpstr>
      <vt:lpstr>Tkinter - Working with Files and Strings</vt:lpstr>
      <vt:lpstr>Tkinter - Working with Files and Strings</vt:lpstr>
      <vt:lpstr>Tkinter - Working with Files and Strings</vt:lpstr>
      <vt:lpstr>Tkinter - Working with Files and Strings</vt:lpstr>
      <vt:lpstr>PowerPoint 演示文稿</vt:lpstr>
      <vt:lpstr>Tkinter - Working with Files and Strings</vt:lpstr>
      <vt:lpstr>Tkinter - Working with Files and Strings</vt:lpstr>
      <vt:lpstr>Exercise</vt:lpstr>
      <vt:lpstr>Exercise</vt:lpstr>
      <vt:lpstr>Exercise</vt:lpstr>
      <vt:lpstr>Exercise</vt:lpstr>
      <vt:lpstr>Tkinter - Working with Files and Strings</vt:lpstr>
      <vt:lpstr>Tkinter - Working with Files and Strings</vt:lpstr>
      <vt:lpstr>PowerPoint 演示文稿</vt:lpstr>
      <vt:lpstr>To add scroll bar on text widget</vt:lpstr>
      <vt:lpstr>Tkinter - Working with Files and Strings</vt:lpstr>
      <vt:lpstr>Tkinter - Working with Files and Strings</vt:lpstr>
      <vt:lpstr>Tkinter - Working with Files and Strings</vt:lpstr>
      <vt:lpstr>Tkinter - Working with Files and Strings</vt:lpstr>
      <vt:lpstr>Using a loop add each line of digits to num_string and then print this string and also show how long the string is</vt:lpstr>
      <vt:lpstr>Exercise</vt:lpstr>
      <vt:lpstr>PowerPoint 演示文稿</vt:lpstr>
      <vt:lpstr>Tkinter - Working with Files and Strings</vt:lpstr>
      <vt:lpstr>PowerPoint 演示文稿</vt:lpstr>
      <vt:lpstr>PowerPoint 演示文稿</vt:lpstr>
      <vt:lpstr>Tkinter - Working with Files and Strings</vt:lpstr>
      <vt:lpstr>Tkinter - Working with Files and Strings</vt:lpstr>
      <vt:lpstr>Hint :  Convert the file contents to string and find using if- in statement</vt:lpstr>
      <vt:lpstr>Exercise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- Changing background color</dc:title>
  <dc:creator>DELL</dc:creator>
  <cp:lastModifiedBy>dell</cp:lastModifiedBy>
  <cp:revision>11</cp:revision>
  <dcterms:created xsi:type="dcterms:W3CDTF">2025-10-09T06:49:00Z</dcterms:created>
  <dcterms:modified xsi:type="dcterms:W3CDTF">2025-10-18T05:51:58Z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6AE7C9AB323846C59975B0CE47AF21FF_12</vt:lpwstr>
  </property>
  <property fmtid="{D5CDD505-2E9C-101B-9397-08002B2CF9AE}" pid="3" name="KSOProductBuildVer">
    <vt:lpwstr>1033-12.2.0.22549</vt:lpwstr>
  </property>
</Properties>
</file>